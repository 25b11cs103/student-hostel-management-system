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3" r:id="rId9"/>
    <p:sldId id="276" r:id="rId10"/>
    <p:sldId id="267" r:id="rId11"/>
    <p:sldId id="273" r:id="rId12"/>
    <p:sldId id="270" r:id="rId13"/>
    <p:sldId id="277" r:id="rId14"/>
    <p:sldId id="296" r:id="rId15"/>
    <p:sldId id="278" r:id="rId16"/>
    <p:sldId id="279" r:id="rId17"/>
    <p:sldId id="280" r:id="rId18"/>
    <p:sldId id="281" r:id="rId19"/>
    <p:sldId id="282" r:id="rId20"/>
    <p:sldId id="283" r:id="rId21"/>
    <p:sldId id="314" r:id="rId22"/>
    <p:sldId id="316" r:id="rId23"/>
    <p:sldId id="315" r:id="rId24"/>
    <p:sldId id="317" r:id="rId25"/>
    <p:sldId id="318" r:id="rId26"/>
    <p:sldId id="319" r:id="rId27"/>
    <p:sldId id="289" r:id="rId28"/>
    <p:sldId id="287" r:id="rId29"/>
    <p:sldId id="288" r:id="rId30"/>
    <p:sldId id="306" r:id="rId31"/>
    <p:sldId id="297" r:id="rId32"/>
    <p:sldId id="307" r:id="rId33"/>
    <p:sldId id="298" r:id="rId34"/>
    <p:sldId id="308" r:id="rId35"/>
    <p:sldId id="299" r:id="rId36"/>
    <p:sldId id="309" r:id="rId37"/>
    <p:sldId id="300" r:id="rId38"/>
    <p:sldId id="310" r:id="rId39"/>
    <p:sldId id="301" r:id="rId40"/>
    <p:sldId id="302" r:id="rId41"/>
    <p:sldId id="311" r:id="rId42"/>
    <p:sldId id="303" r:id="rId43"/>
    <p:sldId id="320" r:id="rId44"/>
    <p:sldId id="321" r:id="rId45"/>
    <p:sldId id="322" r:id="rId46"/>
    <p:sldId id="323" r:id="rId47"/>
    <p:sldId id="324" r:id="rId48"/>
    <p:sldId id="325" r:id="rId49"/>
    <p:sldId id="326" r:id="rId50"/>
    <p:sldId id="272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A56C12-E875-4125-BCB5-2D403824A3CE}" v="19" dt="2026-09-29T06:52:34.5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6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zavada sruthi" userId="97794278957d2517" providerId="LiveId" clId="{9983DD2C-4C1E-457E-A768-C1E9590BA7EA}"/>
    <pc:docChg chg="undo custSel modSld">
      <pc:chgData name="bezavada sruthi" userId="97794278957d2517" providerId="LiveId" clId="{9983DD2C-4C1E-457E-A768-C1E9590BA7EA}" dt="2026-09-29T06:58:20.045" v="103" actId="2711"/>
      <pc:docMkLst>
        <pc:docMk/>
      </pc:docMkLst>
      <pc:sldChg chg="modSp mod">
        <pc:chgData name="bezavada sruthi" userId="97794278957d2517" providerId="LiveId" clId="{9983DD2C-4C1E-457E-A768-C1E9590BA7EA}" dt="2026-09-29T06:29:46.390" v="0" actId="2711"/>
        <pc:sldMkLst>
          <pc:docMk/>
          <pc:sldMk cId="784245195" sldId="277"/>
        </pc:sldMkLst>
        <pc:spChg chg="mod">
          <ac:chgData name="bezavada sruthi" userId="97794278957d2517" providerId="LiveId" clId="{9983DD2C-4C1E-457E-A768-C1E9590BA7EA}" dt="2026-09-29T06:29:46.390" v="0" actId="2711"/>
          <ac:spMkLst>
            <pc:docMk/>
            <pc:sldMk cId="784245195" sldId="277"/>
            <ac:spMk id="10" creationId="{F80D66C0-6E06-E5FA-5E42-7CB4B8696DB6}"/>
          </ac:spMkLst>
        </pc:spChg>
      </pc:sldChg>
      <pc:sldChg chg="addSp modSp mod">
        <pc:chgData name="bezavada sruthi" userId="97794278957d2517" providerId="LiveId" clId="{9983DD2C-4C1E-457E-A768-C1E9590BA7EA}" dt="2026-09-29T06:38:37.705" v="49" actId="2711"/>
        <pc:sldMkLst>
          <pc:docMk/>
          <pc:sldMk cId="2218025200" sldId="278"/>
        </pc:sldMkLst>
        <pc:spChg chg="add mod">
          <ac:chgData name="bezavada sruthi" userId="97794278957d2517" providerId="LiveId" clId="{9983DD2C-4C1E-457E-A768-C1E9590BA7EA}" dt="2026-09-29T06:38:32.674" v="48" actId="2711"/>
          <ac:spMkLst>
            <pc:docMk/>
            <pc:sldMk cId="2218025200" sldId="278"/>
            <ac:spMk id="3" creationId="{F4B50BF8-C752-2B24-6F61-B00BD68F89B5}"/>
          </ac:spMkLst>
        </pc:spChg>
        <pc:spChg chg="add mod">
          <ac:chgData name="bezavada sruthi" userId="97794278957d2517" providerId="LiveId" clId="{9983DD2C-4C1E-457E-A768-C1E9590BA7EA}" dt="2026-09-29T06:38:37.705" v="49" actId="2711"/>
          <ac:spMkLst>
            <pc:docMk/>
            <pc:sldMk cId="2218025200" sldId="278"/>
            <ac:spMk id="4" creationId="{DA087340-FF6B-9DAB-4897-FA9E3341E79D}"/>
          </ac:spMkLst>
        </pc:spChg>
      </pc:sldChg>
      <pc:sldChg chg="addSp modSp mod">
        <pc:chgData name="bezavada sruthi" userId="97794278957d2517" providerId="LiveId" clId="{9983DD2C-4C1E-457E-A768-C1E9590BA7EA}" dt="2026-09-29T06:38:24.539" v="47" actId="2711"/>
        <pc:sldMkLst>
          <pc:docMk/>
          <pc:sldMk cId="1009231886" sldId="279"/>
        </pc:sldMkLst>
        <pc:spChg chg="add mod">
          <ac:chgData name="bezavada sruthi" userId="97794278957d2517" providerId="LiveId" clId="{9983DD2C-4C1E-457E-A768-C1E9590BA7EA}" dt="2026-09-29T06:38:17.625" v="46" actId="2711"/>
          <ac:spMkLst>
            <pc:docMk/>
            <pc:sldMk cId="1009231886" sldId="279"/>
            <ac:spMk id="2" creationId="{D6F39288-D30E-DB77-D647-0185D9B9AA5D}"/>
          </ac:spMkLst>
        </pc:spChg>
        <pc:spChg chg="add mod">
          <ac:chgData name="bezavada sruthi" userId="97794278957d2517" providerId="LiveId" clId="{9983DD2C-4C1E-457E-A768-C1E9590BA7EA}" dt="2026-09-29T06:38:24.539" v="47" actId="2711"/>
          <ac:spMkLst>
            <pc:docMk/>
            <pc:sldMk cId="1009231886" sldId="279"/>
            <ac:spMk id="4" creationId="{EDDA8511-D0BC-7095-A4CA-69600ED4C98A}"/>
          </ac:spMkLst>
        </pc:spChg>
      </pc:sldChg>
      <pc:sldChg chg="addSp modSp mod">
        <pc:chgData name="bezavada sruthi" userId="97794278957d2517" providerId="LiveId" clId="{9983DD2C-4C1E-457E-A768-C1E9590BA7EA}" dt="2026-09-29T06:38:05.923" v="45" actId="2711"/>
        <pc:sldMkLst>
          <pc:docMk/>
          <pc:sldMk cId="2533872249" sldId="280"/>
        </pc:sldMkLst>
        <pc:spChg chg="add mod">
          <ac:chgData name="bezavada sruthi" userId="97794278957d2517" providerId="LiveId" clId="{9983DD2C-4C1E-457E-A768-C1E9590BA7EA}" dt="2026-09-29T06:38:05.923" v="45" actId="2711"/>
          <ac:spMkLst>
            <pc:docMk/>
            <pc:sldMk cId="2533872249" sldId="280"/>
            <ac:spMk id="2" creationId="{AEE84901-5C25-74F0-C4F0-255E74EE19AE}"/>
          </ac:spMkLst>
        </pc:spChg>
        <pc:spChg chg="add mod">
          <ac:chgData name="bezavada sruthi" userId="97794278957d2517" providerId="LiveId" clId="{9983DD2C-4C1E-457E-A768-C1E9590BA7EA}" dt="2026-09-29T06:37:58.169" v="44" actId="2711"/>
          <ac:spMkLst>
            <pc:docMk/>
            <pc:sldMk cId="2533872249" sldId="280"/>
            <ac:spMk id="4" creationId="{320C7970-149F-2D6C-0053-3345919974A1}"/>
          </ac:spMkLst>
        </pc:spChg>
        <pc:picChg chg="mod">
          <ac:chgData name="bezavada sruthi" userId="97794278957d2517" providerId="LiveId" clId="{9983DD2C-4C1E-457E-A768-C1E9590BA7EA}" dt="2026-09-29T06:31:37.765" v="7" actId="1076"/>
          <ac:picMkLst>
            <pc:docMk/>
            <pc:sldMk cId="2533872249" sldId="280"/>
            <ac:picMk id="6" creationId="{EBA60962-1254-D87E-F754-09C3ADFA9267}"/>
          </ac:picMkLst>
        </pc:picChg>
        <pc:picChg chg="mod">
          <ac:chgData name="bezavada sruthi" userId="97794278957d2517" providerId="LiveId" clId="{9983DD2C-4C1E-457E-A768-C1E9590BA7EA}" dt="2026-09-29T06:31:56.227" v="10" actId="1076"/>
          <ac:picMkLst>
            <pc:docMk/>
            <pc:sldMk cId="2533872249" sldId="280"/>
            <ac:picMk id="9" creationId="{5A261D4C-7A67-C15D-73B2-86F22F27E04D}"/>
          </ac:picMkLst>
        </pc:picChg>
      </pc:sldChg>
      <pc:sldChg chg="addSp modSp mod">
        <pc:chgData name="bezavada sruthi" userId="97794278957d2517" providerId="LiveId" clId="{9983DD2C-4C1E-457E-A768-C1E9590BA7EA}" dt="2026-09-29T06:37:45.351" v="43" actId="2711"/>
        <pc:sldMkLst>
          <pc:docMk/>
          <pc:sldMk cId="3946231366" sldId="281"/>
        </pc:sldMkLst>
        <pc:spChg chg="add mod">
          <ac:chgData name="bezavada sruthi" userId="97794278957d2517" providerId="LiveId" clId="{9983DD2C-4C1E-457E-A768-C1E9590BA7EA}" dt="2026-09-29T06:32:59.373" v="12"/>
          <ac:spMkLst>
            <pc:docMk/>
            <pc:sldMk cId="3946231366" sldId="281"/>
            <ac:spMk id="2" creationId="{AEE84901-5C25-74F0-C4F0-255E74EE19AE}"/>
          </ac:spMkLst>
        </pc:spChg>
        <pc:spChg chg="add mod">
          <ac:chgData name="bezavada sruthi" userId="97794278957d2517" providerId="LiveId" clId="{9983DD2C-4C1E-457E-A768-C1E9590BA7EA}" dt="2026-09-29T06:32:59.373" v="12"/>
          <ac:spMkLst>
            <pc:docMk/>
            <pc:sldMk cId="3946231366" sldId="281"/>
            <ac:spMk id="4" creationId="{320C7970-149F-2D6C-0053-3345919974A1}"/>
          </ac:spMkLst>
        </pc:spChg>
        <pc:spChg chg="add mod">
          <ac:chgData name="bezavada sruthi" userId="97794278957d2517" providerId="LiveId" clId="{9983DD2C-4C1E-457E-A768-C1E9590BA7EA}" dt="2026-09-29T06:37:39.262" v="42" actId="2711"/>
          <ac:spMkLst>
            <pc:docMk/>
            <pc:sldMk cId="3946231366" sldId="281"/>
            <ac:spMk id="8" creationId="{53267EA2-A26B-862B-4EC9-2D4B4DE87497}"/>
          </ac:spMkLst>
        </pc:spChg>
        <pc:spChg chg="add mod">
          <ac:chgData name="bezavada sruthi" userId="97794278957d2517" providerId="LiveId" clId="{9983DD2C-4C1E-457E-A768-C1E9590BA7EA}" dt="2026-09-29T06:37:45.351" v="43" actId="2711"/>
          <ac:spMkLst>
            <pc:docMk/>
            <pc:sldMk cId="3946231366" sldId="281"/>
            <ac:spMk id="10" creationId="{EA91D4BB-97F9-46B0-2566-B74F9CB5E2CD}"/>
          </ac:spMkLst>
        </pc:spChg>
        <pc:spChg chg="add mod">
          <ac:chgData name="bezavada sruthi" userId="97794278957d2517" providerId="LiveId" clId="{9983DD2C-4C1E-457E-A768-C1E9590BA7EA}" dt="2026-09-29T06:33:22.560" v="17" actId="767"/>
          <ac:spMkLst>
            <pc:docMk/>
            <pc:sldMk cId="3946231366" sldId="281"/>
            <ac:spMk id="11" creationId="{C5F96226-39AC-8E6A-19E2-7CFDA1E0A4FE}"/>
          </ac:spMkLst>
        </pc:spChg>
        <pc:picChg chg="mod">
          <ac:chgData name="bezavada sruthi" userId="97794278957d2517" providerId="LiveId" clId="{9983DD2C-4C1E-457E-A768-C1E9590BA7EA}" dt="2026-09-29T06:33:08.984" v="15" actId="1076"/>
          <ac:picMkLst>
            <pc:docMk/>
            <pc:sldMk cId="3946231366" sldId="281"/>
            <ac:picMk id="6" creationId="{E4D7DC63-D1DD-C581-1185-EE7A6A7EFB11}"/>
          </ac:picMkLst>
        </pc:picChg>
      </pc:sldChg>
      <pc:sldChg chg="addSp modSp mod">
        <pc:chgData name="bezavada sruthi" userId="97794278957d2517" providerId="LiveId" clId="{9983DD2C-4C1E-457E-A768-C1E9590BA7EA}" dt="2026-09-29T06:37:10.967" v="41" actId="2711"/>
        <pc:sldMkLst>
          <pc:docMk/>
          <pc:sldMk cId="3802198701" sldId="282"/>
        </pc:sldMkLst>
        <pc:spChg chg="add mod">
          <ac:chgData name="bezavada sruthi" userId="97794278957d2517" providerId="LiveId" clId="{9983DD2C-4C1E-457E-A768-C1E9590BA7EA}" dt="2026-09-29T06:36:58.839" v="39" actId="2711"/>
          <ac:spMkLst>
            <pc:docMk/>
            <pc:sldMk cId="3802198701" sldId="282"/>
            <ac:spMk id="2" creationId="{AD60A511-B474-08A0-47E9-C76082D5CE18}"/>
          </ac:spMkLst>
        </pc:spChg>
        <pc:spChg chg="add mod">
          <ac:chgData name="bezavada sruthi" userId="97794278957d2517" providerId="LiveId" clId="{9983DD2C-4C1E-457E-A768-C1E9590BA7EA}" dt="2026-09-29T06:37:04.493" v="40" actId="2711"/>
          <ac:spMkLst>
            <pc:docMk/>
            <pc:sldMk cId="3802198701" sldId="282"/>
            <ac:spMk id="4" creationId="{4D6DC960-9344-ED1C-8824-5F1AD5F70FAA}"/>
          </ac:spMkLst>
        </pc:spChg>
        <pc:spChg chg="add mod">
          <ac:chgData name="bezavada sruthi" userId="97794278957d2517" providerId="LiveId" clId="{9983DD2C-4C1E-457E-A768-C1E9590BA7EA}" dt="2026-09-29T06:37:10.967" v="41" actId="2711"/>
          <ac:spMkLst>
            <pc:docMk/>
            <pc:sldMk cId="3802198701" sldId="282"/>
            <ac:spMk id="6" creationId="{201E54D7-782D-790F-D452-46347CD84B6D}"/>
          </ac:spMkLst>
        </pc:spChg>
        <pc:picChg chg="mod">
          <ac:chgData name="bezavada sruthi" userId="97794278957d2517" providerId="LiveId" clId="{9983DD2C-4C1E-457E-A768-C1E9590BA7EA}" dt="2026-09-29T06:34:06.602" v="21" actId="1076"/>
          <ac:picMkLst>
            <pc:docMk/>
            <pc:sldMk cId="3802198701" sldId="282"/>
            <ac:picMk id="9" creationId="{34E935BC-442D-77EE-782C-531ECB1E6731}"/>
          </ac:picMkLst>
        </pc:picChg>
      </pc:sldChg>
      <pc:sldChg chg="addSp modSp mod">
        <pc:chgData name="bezavada sruthi" userId="97794278957d2517" providerId="LiveId" clId="{9983DD2C-4C1E-457E-A768-C1E9590BA7EA}" dt="2026-09-29T06:36:47.884" v="38" actId="2711"/>
        <pc:sldMkLst>
          <pc:docMk/>
          <pc:sldMk cId="314206337" sldId="283"/>
        </pc:sldMkLst>
        <pc:spChg chg="add mod">
          <ac:chgData name="bezavada sruthi" userId="97794278957d2517" providerId="LiveId" clId="{9983DD2C-4C1E-457E-A768-C1E9590BA7EA}" dt="2026-09-29T06:36:47.884" v="38" actId="2711"/>
          <ac:spMkLst>
            <pc:docMk/>
            <pc:sldMk cId="314206337" sldId="283"/>
            <ac:spMk id="2" creationId="{8A22524E-C613-899C-410D-9A4FE78BD437}"/>
          </ac:spMkLst>
        </pc:spChg>
        <pc:spChg chg="add mod">
          <ac:chgData name="bezavada sruthi" userId="97794278957d2517" providerId="LiveId" clId="{9983DD2C-4C1E-457E-A768-C1E9590BA7EA}" dt="2026-09-29T06:36:41.107" v="37" actId="2711"/>
          <ac:spMkLst>
            <pc:docMk/>
            <pc:sldMk cId="314206337" sldId="283"/>
            <ac:spMk id="4" creationId="{53A6F28A-32D7-3C51-F303-FB7B5EB61B3E}"/>
          </ac:spMkLst>
        </pc:spChg>
        <pc:picChg chg="mod">
          <ac:chgData name="bezavada sruthi" userId="97794278957d2517" providerId="LiveId" clId="{9983DD2C-4C1E-457E-A768-C1E9590BA7EA}" dt="2026-09-29T06:35:03.214" v="25" actId="1076"/>
          <ac:picMkLst>
            <pc:docMk/>
            <pc:sldMk cId="314206337" sldId="283"/>
            <ac:picMk id="6" creationId="{208893FF-F4EB-D342-8586-62E414C5803C}"/>
          </ac:picMkLst>
        </pc:picChg>
      </pc:sldChg>
      <pc:sldChg chg="modSp mod">
        <pc:chgData name="bezavada sruthi" userId="97794278957d2517" providerId="LiveId" clId="{9983DD2C-4C1E-457E-A768-C1E9590BA7EA}" dt="2026-09-29T06:43:27.326" v="70" actId="113"/>
        <pc:sldMkLst>
          <pc:docMk/>
          <pc:sldMk cId="3787482857" sldId="288"/>
        </pc:sldMkLst>
        <pc:spChg chg="mod">
          <ac:chgData name="bezavada sruthi" userId="97794278957d2517" providerId="LiveId" clId="{9983DD2C-4C1E-457E-A768-C1E9590BA7EA}" dt="2026-09-29T06:43:27.326" v="70" actId="113"/>
          <ac:spMkLst>
            <pc:docMk/>
            <pc:sldMk cId="3787482857" sldId="288"/>
            <ac:spMk id="2" creationId="{8C49CC94-D2EB-2A59-5286-2C01E070349E}"/>
          </ac:spMkLst>
        </pc:spChg>
      </pc:sldChg>
      <pc:sldChg chg="modSp mod">
        <pc:chgData name="bezavada sruthi" userId="97794278957d2517" providerId="LiveId" clId="{9983DD2C-4C1E-457E-A768-C1E9590BA7EA}" dt="2026-09-29T06:43:46.402" v="72" actId="113"/>
        <pc:sldMkLst>
          <pc:docMk/>
          <pc:sldMk cId="2596789379" sldId="297"/>
        </pc:sldMkLst>
        <pc:spChg chg="mod">
          <ac:chgData name="bezavada sruthi" userId="97794278957d2517" providerId="LiveId" clId="{9983DD2C-4C1E-457E-A768-C1E9590BA7EA}" dt="2026-09-29T06:43:46.402" v="72" actId="113"/>
          <ac:spMkLst>
            <pc:docMk/>
            <pc:sldMk cId="2596789379" sldId="297"/>
            <ac:spMk id="2" creationId="{FB3602DE-50C8-953D-8BA2-F9F26358E1EB}"/>
          </ac:spMkLst>
        </pc:spChg>
      </pc:sldChg>
      <pc:sldChg chg="modSp mod">
        <pc:chgData name="bezavada sruthi" userId="97794278957d2517" providerId="LiveId" clId="{9983DD2C-4C1E-457E-A768-C1E9590BA7EA}" dt="2026-09-29T06:43:56.437" v="74" actId="113"/>
        <pc:sldMkLst>
          <pc:docMk/>
          <pc:sldMk cId="2484953556" sldId="298"/>
        </pc:sldMkLst>
        <pc:spChg chg="mod">
          <ac:chgData name="bezavada sruthi" userId="97794278957d2517" providerId="LiveId" clId="{9983DD2C-4C1E-457E-A768-C1E9590BA7EA}" dt="2026-09-29T06:43:56.437" v="74" actId="113"/>
          <ac:spMkLst>
            <pc:docMk/>
            <pc:sldMk cId="2484953556" sldId="298"/>
            <ac:spMk id="2" creationId="{1E9DF014-C14E-54B0-2C4E-8E98CD659D7F}"/>
          </ac:spMkLst>
        </pc:spChg>
      </pc:sldChg>
      <pc:sldChg chg="modSp mod">
        <pc:chgData name="bezavada sruthi" userId="97794278957d2517" providerId="LiveId" clId="{9983DD2C-4C1E-457E-A768-C1E9590BA7EA}" dt="2026-09-29T06:44:27.399" v="76" actId="113"/>
        <pc:sldMkLst>
          <pc:docMk/>
          <pc:sldMk cId="3932395348" sldId="299"/>
        </pc:sldMkLst>
        <pc:spChg chg="mod">
          <ac:chgData name="bezavada sruthi" userId="97794278957d2517" providerId="LiveId" clId="{9983DD2C-4C1E-457E-A768-C1E9590BA7EA}" dt="2026-09-29T06:44:27.399" v="76" actId="113"/>
          <ac:spMkLst>
            <pc:docMk/>
            <pc:sldMk cId="3932395348" sldId="299"/>
            <ac:spMk id="3" creationId="{1EBAAFBC-32D7-7771-3689-C137B3433A6E}"/>
          </ac:spMkLst>
        </pc:spChg>
      </pc:sldChg>
      <pc:sldChg chg="modSp mod">
        <pc:chgData name="bezavada sruthi" userId="97794278957d2517" providerId="LiveId" clId="{9983DD2C-4C1E-457E-A768-C1E9590BA7EA}" dt="2026-09-29T06:44:43.510" v="78" actId="113"/>
        <pc:sldMkLst>
          <pc:docMk/>
          <pc:sldMk cId="3753185917" sldId="300"/>
        </pc:sldMkLst>
        <pc:spChg chg="mod">
          <ac:chgData name="bezavada sruthi" userId="97794278957d2517" providerId="LiveId" clId="{9983DD2C-4C1E-457E-A768-C1E9590BA7EA}" dt="2026-09-29T06:44:43.510" v="78" actId="113"/>
          <ac:spMkLst>
            <pc:docMk/>
            <pc:sldMk cId="3753185917" sldId="300"/>
            <ac:spMk id="2" creationId="{E88C1926-A706-824C-5DFB-3CE8CF797596}"/>
          </ac:spMkLst>
        </pc:spChg>
      </pc:sldChg>
      <pc:sldChg chg="modSp mod">
        <pc:chgData name="bezavada sruthi" userId="97794278957d2517" providerId="LiveId" clId="{9983DD2C-4C1E-457E-A768-C1E9590BA7EA}" dt="2026-09-29T06:44:55.882" v="80" actId="113"/>
        <pc:sldMkLst>
          <pc:docMk/>
          <pc:sldMk cId="2194065716" sldId="301"/>
        </pc:sldMkLst>
        <pc:spChg chg="mod">
          <ac:chgData name="bezavada sruthi" userId="97794278957d2517" providerId="LiveId" clId="{9983DD2C-4C1E-457E-A768-C1E9590BA7EA}" dt="2026-09-29T06:44:55.882" v="80" actId="113"/>
          <ac:spMkLst>
            <pc:docMk/>
            <pc:sldMk cId="2194065716" sldId="301"/>
            <ac:spMk id="2" creationId="{B721BAEC-AB42-7DA4-FDC9-CDF7662FE459}"/>
          </ac:spMkLst>
        </pc:spChg>
      </pc:sldChg>
      <pc:sldChg chg="modSp mod">
        <pc:chgData name="bezavada sruthi" userId="97794278957d2517" providerId="LiveId" clId="{9983DD2C-4C1E-457E-A768-C1E9590BA7EA}" dt="2026-09-29T06:45:01.023" v="81" actId="113"/>
        <pc:sldMkLst>
          <pc:docMk/>
          <pc:sldMk cId="3073018566" sldId="302"/>
        </pc:sldMkLst>
        <pc:spChg chg="mod">
          <ac:chgData name="bezavada sruthi" userId="97794278957d2517" providerId="LiveId" clId="{9983DD2C-4C1E-457E-A768-C1E9590BA7EA}" dt="2026-09-29T06:45:01.023" v="81" actId="113"/>
          <ac:spMkLst>
            <pc:docMk/>
            <pc:sldMk cId="3073018566" sldId="302"/>
            <ac:spMk id="6" creationId="{09DB94DA-0D4E-E451-47CA-C3621BAE329B}"/>
          </ac:spMkLst>
        </pc:spChg>
      </pc:sldChg>
      <pc:sldChg chg="modSp mod">
        <pc:chgData name="bezavada sruthi" userId="97794278957d2517" providerId="LiveId" clId="{9983DD2C-4C1E-457E-A768-C1E9590BA7EA}" dt="2026-09-29T06:50:58.177" v="83" actId="113"/>
        <pc:sldMkLst>
          <pc:docMk/>
          <pc:sldMk cId="2250374294" sldId="303"/>
        </pc:sldMkLst>
        <pc:spChg chg="mod">
          <ac:chgData name="bezavada sruthi" userId="97794278957d2517" providerId="LiveId" clId="{9983DD2C-4C1E-457E-A768-C1E9590BA7EA}" dt="2026-09-29T06:50:58.177" v="83" actId="113"/>
          <ac:spMkLst>
            <pc:docMk/>
            <pc:sldMk cId="2250374294" sldId="303"/>
            <ac:spMk id="5" creationId="{B5488B13-45F5-1AA0-0F3D-8551093CFD3E}"/>
          </ac:spMkLst>
        </pc:spChg>
      </pc:sldChg>
      <pc:sldChg chg="modSp mod">
        <pc:chgData name="bezavada sruthi" userId="97794278957d2517" providerId="LiveId" clId="{9983DD2C-4C1E-457E-A768-C1E9590BA7EA}" dt="2026-09-29T06:43:35.275" v="71" actId="113"/>
        <pc:sldMkLst>
          <pc:docMk/>
          <pc:sldMk cId="3808862325" sldId="306"/>
        </pc:sldMkLst>
        <pc:spChg chg="mod">
          <ac:chgData name="bezavada sruthi" userId="97794278957d2517" providerId="LiveId" clId="{9983DD2C-4C1E-457E-A768-C1E9590BA7EA}" dt="2026-09-29T06:43:35.275" v="71" actId="113"/>
          <ac:spMkLst>
            <pc:docMk/>
            <pc:sldMk cId="3808862325" sldId="306"/>
            <ac:spMk id="6" creationId="{EE60F516-9659-374D-B267-723EB160B7A6}"/>
          </ac:spMkLst>
        </pc:spChg>
      </pc:sldChg>
      <pc:sldChg chg="modSp mod">
        <pc:chgData name="bezavada sruthi" userId="97794278957d2517" providerId="LiveId" clId="{9983DD2C-4C1E-457E-A768-C1E9590BA7EA}" dt="2026-09-29T06:43:51.271" v="73" actId="113"/>
        <pc:sldMkLst>
          <pc:docMk/>
          <pc:sldMk cId="2176584042" sldId="307"/>
        </pc:sldMkLst>
        <pc:spChg chg="mod">
          <ac:chgData name="bezavada sruthi" userId="97794278957d2517" providerId="LiveId" clId="{9983DD2C-4C1E-457E-A768-C1E9590BA7EA}" dt="2026-09-29T06:43:51.271" v="73" actId="113"/>
          <ac:spMkLst>
            <pc:docMk/>
            <pc:sldMk cId="2176584042" sldId="307"/>
            <ac:spMk id="3" creationId="{7AD03870-4D48-EE48-6CB3-8E448D8D6788}"/>
          </ac:spMkLst>
        </pc:spChg>
      </pc:sldChg>
      <pc:sldChg chg="modSp mod">
        <pc:chgData name="bezavada sruthi" userId="97794278957d2517" providerId="LiveId" clId="{9983DD2C-4C1E-457E-A768-C1E9590BA7EA}" dt="2026-09-29T06:44:03.087" v="75" actId="113"/>
        <pc:sldMkLst>
          <pc:docMk/>
          <pc:sldMk cId="2643137619" sldId="308"/>
        </pc:sldMkLst>
        <pc:spChg chg="mod">
          <ac:chgData name="bezavada sruthi" userId="97794278957d2517" providerId="LiveId" clId="{9983DD2C-4C1E-457E-A768-C1E9590BA7EA}" dt="2026-09-29T06:44:03.087" v="75" actId="113"/>
          <ac:spMkLst>
            <pc:docMk/>
            <pc:sldMk cId="2643137619" sldId="308"/>
            <ac:spMk id="6" creationId="{F0C42701-0E26-C4EC-FDB7-44FF42FF9D3D}"/>
          </ac:spMkLst>
        </pc:spChg>
      </pc:sldChg>
      <pc:sldChg chg="modSp mod">
        <pc:chgData name="bezavada sruthi" userId="97794278957d2517" providerId="LiveId" clId="{9983DD2C-4C1E-457E-A768-C1E9590BA7EA}" dt="2026-09-29T06:44:38.056" v="77" actId="113"/>
        <pc:sldMkLst>
          <pc:docMk/>
          <pc:sldMk cId="3682129309" sldId="309"/>
        </pc:sldMkLst>
        <pc:spChg chg="mod">
          <ac:chgData name="bezavada sruthi" userId="97794278957d2517" providerId="LiveId" clId="{9983DD2C-4C1E-457E-A768-C1E9590BA7EA}" dt="2026-09-29T06:44:38.056" v="77" actId="113"/>
          <ac:spMkLst>
            <pc:docMk/>
            <pc:sldMk cId="3682129309" sldId="309"/>
            <ac:spMk id="6" creationId="{E9964FAE-DA3A-67E5-6660-C9D03D2174CF}"/>
          </ac:spMkLst>
        </pc:spChg>
      </pc:sldChg>
      <pc:sldChg chg="modSp mod">
        <pc:chgData name="bezavada sruthi" userId="97794278957d2517" providerId="LiveId" clId="{9983DD2C-4C1E-457E-A768-C1E9590BA7EA}" dt="2026-09-29T06:44:49.243" v="79" actId="113"/>
        <pc:sldMkLst>
          <pc:docMk/>
          <pc:sldMk cId="3526685249" sldId="310"/>
        </pc:sldMkLst>
        <pc:spChg chg="mod">
          <ac:chgData name="bezavada sruthi" userId="97794278957d2517" providerId="LiveId" clId="{9983DD2C-4C1E-457E-A768-C1E9590BA7EA}" dt="2026-09-29T06:44:49.243" v="79" actId="113"/>
          <ac:spMkLst>
            <pc:docMk/>
            <pc:sldMk cId="3526685249" sldId="310"/>
            <ac:spMk id="6" creationId="{25F0AB75-1EE2-3AB8-A32D-C345A1E8F1D0}"/>
          </ac:spMkLst>
        </pc:spChg>
      </pc:sldChg>
      <pc:sldChg chg="modSp mod">
        <pc:chgData name="bezavada sruthi" userId="97794278957d2517" providerId="LiveId" clId="{9983DD2C-4C1E-457E-A768-C1E9590BA7EA}" dt="2026-09-29T06:50:41.527" v="82" actId="113"/>
        <pc:sldMkLst>
          <pc:docMk/>
          <pc:sldMk cId="146239074" sldId="311"/>
        </pc:sldMkLst>
        <pc:spChg chg="mod">
          <ac:chgData name="bezavada sruthi" userId="97794278957d2517" providerId="LiveId" clId="{9983DD2C-4C1E-457E-A768-C1E9590BA7EA}" dt="2026-09-29T06:50:41.527" v="82" actId="113"/>
          <ac:spMkLst>
            <pc:docMk/>
            <pc:sldMk cId="146239074" sldId="311"/>
            <ac:spMk id="6" creationId="{9F0F4A9D-5090-653C-47DC-7C7DFAD7621D}"/>
          </ac:spMkLst>
        </pc:spChg>
      </pc:sldChg>
      <pc:sldChg chg="addSp delSp modSp mod">
        <pc:chgData name="bezavada sruthi" userId="97794278957d2517" providerId="LiveId" clId="{9983DD2C-4C1E-457E-A768-C1E9590BA7EA}" dt="2026-09-29T06:36:26.174" v="36" actId="2711"/>
        <pc:sldMkLst>
          <pc:docMk/>
          <pc:sldMk cId="2536395203" sldId="314"/>
        </pc:sldMkLst>
        <pc:spChg chg="add mod">
          <ac:chgData name="bezavada sruthi" userId="97794278957d2517" providerId="LiveId" clId="{9983DD2C-4C1E-457E-A768-C1E9590BA7EA}" dt="2026-09-29T06:35:55.587" v="31"/>
          <ac:spMkLst>
            <pc:docMk/>
            <pc:sldMk cId="2536395203" sldId="314"/>
            <ac:spMk id="6" creationId="{DF1457C3-0A00-3BCA-DCF8-55FCCC73AC62}"/>
          </ac:spMkLst>
        </pc:spChg>
        <pc:spChg chg="add mod">
          <ac:chgData name="bezavada sruthi" userId="97794278957d2517" providerId="LiveId" clId="{9983DD2C-4C1E-457E-A768-C1E9590BA7EA}" dt="2026-09-29T06:35:55.587" v="31"/>
          <ac:spMkLst>
            <pc:docMk/>
            <pc:sldMk cId="2536395203" sldId="314"/>
            <ac:spMk id="7" creationId="{FF856A7E-CBCB-3FE0-3F0E-C226EC909E2F}"/>
          </ac:spMkLst>
        </pc:spChg>
        <pc:spChg chg="add mod">
          <ac:chgData name="bezavada sruthi" userId="97794278957d2517" providerId="LiveId" clId="{9983DD2C-4C1E-457E-A768-C1E9590BA7EA}" dt="2026-09-29T06:36:19.521" v="35" actId="2711"/>
          <ac:spMkLst>
            <pc:docMk/>
            <pc:sldMk cId="2536395203" sldId="314"/>
            <ac:spMk id="11" creationId="{DF1457C3-0A00-3BCA-DCF8-55FCCC73AC62}"/>
          </ac:spMkLst>
        </pc:spChg>
        <pc:spChg chg="add mod">
          <ac:chgData name="bezavada sruthi" userId="97794278957d2517" providerId="LiveId" clId="{9983DD2C-4C1E-457E-A768-C1E9590BA7EA}" dt="2026-09-29T06:36:26.174" v="36" actId="2711"/>
          <ac:spMkLst>
            <pc:docMk/>
            <pc:sldMk cId="2536395203" sldId="314"/>
            <ac:spMk id="12" creationId="{FF856A7E-CBCB-3FE0-3F0E-C226EC909E2F}"/>
          </ac:spMkLst>
        </pc:spChg>
        <pc:picChg chg="add mod">
          <ac:chgData name="bezavada sruthi" userId="97794278957d2517" providerId="LiveId" clId="{9983DD2C-4C1E-457E-A768-C1E9590BA7EA}" dt="2026-09-29T06:35:55.587" v="31"/>
          <ac:picMkLst>
            <pc:docMk/>
            <pc:sldMk cId="2536395203" sldId="314"/>
            <ac:picMk id="2" creationId="{CC745B81-862E-4BB8-AF8B-C57F15175769}"/>
          </ac:picMkLst>
        </pc:picChg>
        <pc:picChg chg="del">
          <ac:chgData name="bezavada sruthi" userId="97794278957d2517" providerId="LiveId" clId="{9983DD2C-4C1E-457E-A768-C1E9590BA7EA}" dt="2026-09-29T06:35:26.889" v="26" actId="478"/>
          <ac:picMkLst>
            <pc:docMk/>
            <pc:sldMk cId="2536395203" sldId="314"/>
            <ac:picMk id="3" creationId="{CC745B81-862E-4BB8-AF8B-C57F15175769}"/>
          </ac:picMkLst>
        </pc:picChg>
        <pc:picChg chg="add mod">
          <ac:chgData name="bezavada sruthi" userId="97794278957d2517" providerId="LiveId" clId="{9983DD2C-4C1E-457E-A768-C1E9590BA7EA}" dt="2026-09-29T06:35:55.587" v="31"/>
          <ac:picMkLst>
            <pc:docMk/>
            <pc:sldMk cId="2536395203" sldId="314"/>
            <ac:picMk id="4" creationId="{D4F5CE9D-EC95-D5CD-1D70-C8B7723141E8}"/>
          </ac:picMkLst>
        </pc:picChg>
        <pc:picChg chg="add del">
          <ac:chgData name="bezavada sruthi" userId="97794278957d2517" providerId="LiveId" clId="{9983DD2C-4C1E-457E-A768-C1E9590BA7EA}" dt="2026-09-29T06:35:56.252" v="32" actId="478"/>
          <ac:picMkLst>
            <pc:docMk/>
            <pc:sldMk cId="2536395203" sldId="314"/>
            <ac:picMk id="5" creationId="{D4F5CE9D-EC95-D5CD-1D70-C8B7723141E8}"/>
          </ac:picMkLst>
        </pc:picChg>
        <pc:picChg chg="add mod">
          <ac:chgData name="bezavada sruthi" userId="97794278957d2517" providerId="LiveId" clId="{9983DD2C-4C1E-457E-A768-C1E9590BA7EA}" dt="2026-09-29T06:35:55.587" v="31"/>
          <ac:picMkLst>
            <pc:docMk/>
            <pc:sldMk cId="2536395203" sldId="314"/>
            <ac:picMk id="8" creationId="{F05EC8DC-EBEC-2232-FBA2-65B7788777D9}"/>
          </ac:picMkLst>
        </pc:picChg>
        <pc:picChg chg="add mod">
          <ac:chgData name="bezavada sruthi" userId="97794278957d2517" providerId="LiveId" clId="{9983DD2C-4C1E-457E-A768-C1E9590BA7EA}" dt="2026-09-29T06:36:06.539" v="34" actId="1076"/>
          <ac:picMkLst>
            <pc:docMk/>
            <pc:sldMk cId="2536395203" sldId="314"/>
            <ac:picMk id="9" creationId="{CC745B81-862E-4BB8-AF8B-C57F15175769}"/>
          </ac:picMkLst>
        </pc:picChg>
        <pc:picChg chg="add mod">
          <ac:chgData name="bezavada sruthi" userId="97794278957d2517" providerId="LiveId" clId="{9983DD2C-4C1E-457E-A768-C1E9590BA7EA}" dt="2026-09-29T06:36:06.539" v="34" actId="1076"/>
          <ac:picMkLst>
            <pc:docMk/>
            <pc:sldMk cId="2536395203" sldId="314"/>
            <ac:picMk id="10" creationId="{D4F5CE9D-EC95-D5CD-1D70-C8B7723141E8}"/>
          </ac:picMkLst>
        </pc:picChg>
        <pc:picChg chg="add mod">
          <ac:chgData name="bezavada sruthi" userId="97794278957d2517" providerId="LiveId" clId="{9983DD2C-4C1E-457E-A768-C1E9590BA7EA}" dt="2026-09-29T06:36:06.539" v="34" actId="1076"/>
          <ac:picMkLst>
            <pc:docMk/>
            <pc:sldMk cId="2536395203" sldId="314"/>
            <ac:picMk id="13" creationId="{F05EC8DC-EBEC-2232-FBA2-65B7788777D9}"/>
          </ac:picMkLst>
        </pc:picChg>
      </pc:sldChg>
      <pc:sldChg chg="addSp delSp modSp mod">
        <pc:chgData name="bezavada sruthi" userId="97794278957d2517" providerId="LiveId" clId="{9983DD2C-4C1E-457E-A768-C1E9590BA7EA}" dt="2026-09-29T06:40:50.516" v="57" actId="2711"/>
        <pc:sldMkLst>
          <pc:docMk/>
          <pc:sldMk cId="917454602" sldId="315"/>
        </pc:sldMkLst>
        <pc:spChg chg="add mod">
          <ac:chgData name="bezavada sruthi" userId="97794278957d2517" providerId="LiveId" clId="{9983DD2C-4C1E-457E-A768-C1E9590BA7EA}" dt="2026-09-29T06:40:50.516" v="57" actId="2711"/>
          <ac:spMkLst>
            <pc:docMk/>
            <pc:sldMk cId="917454602" sldId="315"/>
            <ac:spMk id="6" creationId="{AE1D6067-C1D7-61D7-1241-BF99B1AA9E34}"/>
          </ac:spMkLst>
        </pc:spChg>
        <pc:spChg chg="add mod">
          <ac:chgData name="bezavada sruthi" userId="97794278957d2517" providerId="LiveId" clId="{9983DD2C-4C1E-457E-A768-C1E9590BA7EA}" dt="2026-09-29T06:40:50.516" v="57" actId="2711"/>
          <ac:spMkLst>
            <pc:docMk/>
            <pc:sldMk cId="917454602" sldId="315"/>
            <ac:spMk id="7" creationId="{4C279383-FB47-2195-18B6-7DEF0AF251A1}"/>
          </ac:spMkLst>
        </pc:spChg>
        <pc:picChg chg="add mod">
          <ac:chgData name="bezavada sruthi" userId="97794278957d2517" providerId="LiveId" clId="{9983DD2C-4C1E-457E-A768-C1E9590BA7EA}" dt="2026-09-29T06:39:53.701" v="56" actId="1076"/>
          <ac:picMkLst>
            <pc:docMk/>
            <pc:sldMk cId="917454602" sldId="315"/>
            <ac:picMk id="2" creationId="{AE41FF2E-E0E9-A890-317B-A16B47179494}"/>
          </ac:picMkLst>
        </pc:picChg>
        <pc:picChg chg="del">
          <ac:chgData name="bezavada sruthi" userId="97794278957d2517" providerId="LiveId" clId="{9983DD2C-4C1E-457E-A768-C1E9590BA7EA}" dt="2026-09-29T06:39:36.385" v="54" actId="478"/>
          <ac:picMkLst>
            <pc:docMk/>
            <pc:sldMk cId="917454602" sldId="315"/>
            <ac:picMk id="3" creationId="{AE41FF2E-E0E9-A890-317B-A16B47179494}"/>
          </ac:picMkLst>
        </pc:picChg>
        <pc:picChg chg="add mod">
          <ac:chgData name="bezavada sruthi" userId="97794278957d2517" providerId="LiveId" clId="{9983DD2C-4C1E-457E-A768-C1E9590BA7EA}" dt="2026-09-29T06:39:53.701" v="56" actId="1076"/>
          <ac:picMkLst>
            <pc:docMk/>
            <pc:sldMk cId="917454602" sldId="315"/>
            <ac:picMk id="4" creationId="{2ABC7445-AB5A-8CD3-EE7B-CD2CBCCF9B01}"/>
          </ac:picMkLst>
        </pc:picChg>
        <pc:picChg chg="add mod">
          <ac:chgData name="bezavada sruthi" userId="97794278957d2517" providerId="LiveId" clId="{9983DD2C-4C1E-457E-A768-C1E9590BA7EA}" dt="2026-09-29T06:39:53.701" v="56" actId="1076"/>
          <ac:picMkLst>
            <pc:docMk/>
            <pc:sldMk cId="917454602" sldId="315"/>
            <ac:picMk id="8" creationId="{FABB2B60-C4FF-06B3-C4F4-5EDAA046C5A9}"/>
          </ac:picMkLst>
        </pc:picChg>
      </pc:sldChg>
      <pc:sldChg chg="addSp delSp modSp mod">
        <pc:chgData name="bezavada sruthi" userId="97794278957d2517" providerId="LiveId" clId="{9983DD2C-4C1E-457E-A768-C1E9590BA7EA}" dt="2026-09-29T06:39:25.971" v="53" actId="2711"/>
        <pc:sldMkLst>
          <pc:docMk/>
          <pc:sldMk cId="1236286813" sldId="316"/>
        </pc:sldMkLst>
        <pc:spChg chg="add mod">
          <ac:chgData name="bezavada sruthi" userId="97794278957d2517" providerId="LiveId" clId="{9983DD2C-4C1E-457E-A768-C1E9590BA7EA}" dt="2026-09-29T06:39:25.971" v="53" actId="2711"/>
          <ac:spMkLst>
            <pc:docMk/>
            <pc:sldMk cId="1236286813" sldId="316"/>
            <ac:spMk id="6" creationId="{D5FED5F7-DF09-28D7-6117-CA6BF64A693F}"/>
          </ac:spMkLst>
        </pc:spChg>
        <pc:spChg chg="add mod">
          <ac:chgData name="bezavada sruthi" userId="97794278957d2517" providerId="LiveId" clId="{9983DD2C-4C1E-457E-A768-C1E9590BA7EA}" dt="2026-09-29T06:39:25.971" v="53" actId="2711"/>
          <ac:spMkLst>
            <pc:docMk/>
            <pc:sldMk cId="1236286813" sldId="316"/>
            <ac:spMk id="7" creationId="{58A88141-4A47-8EEF-5649-6962D617C1B8}"/>
          </ac:spMkLst>
        </pc:spChg>
        <pc:picChg chg="add mod">
          <ac:chgData name="bezavada sruthi" userId="97794278957d2517" providerId="LiveId" clId="{9983DD2C-4C1E-457E-A768-C1E9590BA7EA}" dt="2026-09-29T06:39:15.049" v="52" actId="1076"/>
          <ac:picMkLst>
            <pc:docMk/>
            <pc:sldMk cId="1236286813" sldId="316"/>
            <ac:picMk id="2" creationId="{F27B6ABA-B13D-3836-FE30-DCD2ADB57DD4}"/>
          </ac:picMkLst>
        </pc:picChg>
        <pc:picChg chg="del">
          <ac:chgData name="bezavada sruthi" userId="97794278957d2517" providerId="LiveId" clId="{9983DD2C-4C1E-457E-A768-C1E9590BA7EA}" dt="2026-09-29T06:39:00.896" v="50" actId="478"/>
          <ac:picMkLst>
            <pc:docMk/>
            <pc:sldMk cId="1236286813" sldId="316"/>
            <ac:picMk id="3" creationId="{F27B6ABA-B13D-3836-FE30-DCD2ADB57DD4}"/>
          </ac:picMkLst>
        </pc:picChg>
        <pc:picChg chg="add mod">
          <ac:chgData name="bezavada sruthi" userId="97794278957d2517" providerId="LiveId" clId="{9983DD2C-4C1E-457E-A768-C1E9590BA7EA}" dt="2026-09-29T06:39:15.049" v="52" actId="1076"/>
          <ac:picMkLst>
            <pc:docMk/>
            <pc:sldMk cId="1236286813" sldId="316"/>
            <ac:picMk id="4" creationId="{084FC383-7564-5AEA-B4B9-A88E865FEDB9}"/>
          </ac:picMkLst>
        </pc:picChg>
        <pc:picChg chg="add mod">
          <ac:chgData name="bezavada sruthi" userId="97794278957d2517" providerId="LiveId" clId="{9983DD2C-4C1E-457E-A768-C1E9590BA7EA}" dt="2026-09-29T06:39:15.049" v="52" actId="1076"/>
          <ac:picMkLst>
            <pc:docMk/>
            <pc:sldMk cId="1236286813" sldId="316"/>
            <ac:picMk id="8" creationId="{9907B0A2-8CB4-5E75-96A7-F642C0944AFB}"/>
          </ac:picMkLst>
        </pc:picChg>
      </pc:sldChg>
      <pc:sldChg chg="addSp delSp modSp mod">
        <pc:chgData name="bezavada sruthi" userId="97794278957d2517" providerId="LiveId" clId="{9983DD2C-4C1E-457E-A768-C1E9590BA7EA}" dt="2026-09-29T06:41:18.731" v="61" actId="2711"/>
        <pc:sldMkLst>
          <pc:docMk/>
          <pc:sldMk cId="283874331" sldId="317"/>
        </pc:sldMkLst>
        <pc:spChg chg="add mod">
          <ac:chgData name="bezavada sruthi" userId="97794278957d2517" providerId="LiveId" clId="{9983DD2C-4C1E-457E-A768-C1E9590BA7EA}" dt="2026-09-29T06:41:18.731" v="61" actId="2711"/>
          <ac:spMkLst>
            <pc:docMk/>
            <pc:sldMk cId="283874331" sldId="317"/>
            <ac:spMk id="6" creationId="{DE90B1FD-BE11-60ED-0F81-6FDF102D73DB}"/>
          </ac:spMkLst>
        </pc:spChg>
        <pc:spChg chg="add mod">
          <ac:chgData name="bezavada sruthi" userId="97794278957d2517" providerId="LiveId" clId="{9983DD2C-4C1E-457E-A768-C1E9590BA7EA}" dt="2026-09-29T06:41:18.731" v="61" actId="2711"/>
          <ac:spMkLst>
            <pc:docMk/>
            <pc:sldMk cId="283874331" sldId="317"/>
            <ac:spMk id="7" creationId="{8864FBD6-7B2B-859C-9863-2DCD063B6661}"/>
          </ac:spMkLst>
        </pc:spChg>
        <pc:picChg chg="add mod">
          <ac:chgData name="bezavada sruthi" userId="97794278957d2517" providerId="LiveId" clId="{9983DD2C-4C1E-457E-A768-C1E9590BA7EA}" dt="2026-09-29T06:41:06.079" v="60" actId="1076"/>
          <ac:picMkLst>
            <pc:docMk/>
            <pc:sldMk cId="283874331" sldId="317"/>
            <ac:picMk id="2" creationId="{D9A003EA-4D4A-2021-4D83-EA4122CEA504}"/>
          </ac:picMkLst>
        </pc:picChg>
        <pc:picChg chg="del">
          <ac:chgData name="bezavada sruthi" userId="97794278957d2517" providerId="LiveId" clId="{9983DD2C-4C1E-457E-A768-C1E9590BA7EA}" dt="2026-09-29T06:40:58.734" v="58" actId="478"/>
          <ac:picMkLst>
            <pc:docMk/>
            <pc:sldMk cId="283874331" sldId="317"/>
            <ac:picMk id="3" creationId="{D9A003EA-4D4A-2021-4D83-EA4122CEA504}"/>
          </ac:picMkLst>
        </pc:picChg>
        <pc:picChg chg="add mod">
          <ac:chgData name="bezavada sruthi" userId="97794278957d2517" providerId="LiveId" clId="{9983DD2C-4C1E-457E-A768-C1E9590BA7EA}" dt="2026-09-29T06:41:06.079" v="60" actId="1076"/>
          <ac:picMkLst>
            <pc:docMk/>
            <pc:sldMk cId="283874331" sldId="317"/>
            <ac:picMk id="4" creationId="{DB87A2E6-8190-73D0-E4B3-42EC1CEF8204}"/>
          </ac:picMkLst>
        </pc:picChg>
        <pc:picChg chg="add mod">
          <ac:chgData name="bezavada sruthi" userId="97794278957d2517" providerId="LiveId" clId="{9983DD2C-4C1E-457E-A768-C1E9590BA7EA}" dt="2026-09-29T06:41:06.079" v="60" actId="1076"/>
          <ac:picMkLst>
            <pc:docMk/>
            <pc:sldMk cId="283874331" sldId="317"/>
            <ac:picMk id="8" creationId="{68D1DCFD-9213-E00D-CE73-7A705E7A1A2A}"/>
          </ac:picMkLst>
        </pc:picChg>
      </pc:sldChg>
      <pc:sldChg chg="addSp delSp modSp mod">
        <pc:chgData name="bezavada sruthi" userId="97794278957d2517" providerId="LiveId" clId="{9983DD2C-4C1E-457E-A768-C1E9590BA7EA}" dt="2026-09-29T06:41:54.994" v="65" actId="2711"/>
        <pc:sldMkLst>
          <pc:docMk/>
          <pc:sldMk cId="1831973273" sldId="318"/>
        </pc:sldMkLst>
        <pc:spChg chg="add mod">
          <ac:chgData name="bezavada sruthi" userId="97794278957d2517" providerId="LiveId" clId="{9983DD2C-4C1E-457E-A768-C1E9590BA7EA}" dt="2026-09-29T06:41:54.994" v="65" actId="2711"/>
          <ac:spMkLst>
            <pc:docMk/>
            <pc:sldMk cId="1831973273" sldId="318"/>
            <ac:spMk id="6" creationId="{DA16E2D8-F145-49B1-56F0-AFF90C52D8F4}"/>
          </ac:spMkLst>
        </pc:spChg>
        <pc:spChg chg="add mod">
          <ac:chgData name="bezavada sruthi" userId="97794278957d2517" providerId="LiveId" clId="{9983DD2C-4C1E-457E-A768-C1E9590BA7EA}" dt="2026-09-29T06:41:54.994" v="65" actId="2711"/>
          <ac:spMkLst>
            <pc:docMk/>
            <pc:sldMk cId="1831973273" sldId="318"/>
            <ac:spMk id="7" creationId="{1FD3873D-149E-7C94-78BA-BA87F11E3BEB}"/>
          </ac:spMkLst>
        </pc:spChg>
        <pc:picChg chg="add mod">
          <ac:chgData name="bezavada sruthi" userId="97794278957d2517" providerId="LiveId" clId="{9983DD2C-4C1E-457E-A768-C1E9590BA7EA}" dt="2026-09-29T06:41:43.419" v="64" actId="1076"/>
          <ac:picMkLst>
            <pc:docMk/>
            <pc:sldMk cId="1831973273" sldId="318"/>
            <ac:picMk id="2" creationId="{517C310E-B703-8B8B-CFC1-CFA2B67DB557}"/>
          </ac:picMkLst>
        </pc:picChg>
        <pc:picChg chg="del">
          <ac:chgData name="bezavada sruthi" userId="97794278957d2517" providerId="LiveId" clId="{9983DD2C-4C1E-457E-A768-C1E9590BA7EA}" dt="2026-09-29T06:41:29.416" v="62" actId="478"/>
          <ac:picMkLst>
            <pc:docMk/>
            <pc:sldMk cId="1831973273" sldId="318"/>
            <ac:picMk id="3" creationId="{517C310E-B703-8B8B-CFC1-CFA2B67DB557}"/>
          </ac:picMkLst>
        </pc:picChg>
        <pc:picChg chg="add mod">
          <ac:chgData name="bezavada sruthi" userId="97794278957d2517" providerId="LiveId" clId="{9983DD2C-4C1E-457E-A768-C1E9590BA7EA}" dt="2026-09-29T06:41:43.419" v="64" actId="1076"/>
          <ac:picMkLst>
            <pc:docMk/>
            <pc:sldMk cId="1831973273" sldId="318"/>
            <ac:picMk id="4" creationId="{666E9DE4-92D4-BEA4-B021-7FCEBC8F4B08}"/>
          </ac:picMkLst>
        </pc:picChg>
        <pc:picChg chg="add mod">
          <ac:chgData name="bezavada sruthi" userId="97794278957d2517" providerId="LiveId" clId="{9983DD2C-4C1E-457E-A768-C1E9590BA7EA}" dt="2026-09-29T06:41:43.419" v="64" actId="1076"/>
          <ac:picMkLst>
            <pc:docMk/>
            <pc:sldMk cId="1831973273" sldId="318"/>
            <ac:picMk id="8" creationId="{EAACE6D3-3BF2-4D4D-D7F0-6E38DD810925}"/>
          </ac:picMkLst>
        </pc:picChg>
      </pc:sldChg>
      <pc:sldChg chg="addSp delSp modSp mod">
        <pc:chgData name="bezavada sruthi" userId="97794278957d2517" providerId="LiveId" clId="{9983DD2C-4C1E-457E-A768-C1E9590BA7EA}" dt="2026-09-29T06:43:00.621" v="69" actId="2711"/>
        <pc:sldMkLst>
          <pc:docMk/>
          <pc:sldMk cId="2110886297" sldId="319"/>
        </pc:sldMkLst>
        <pc:spChg chg="add mod">
          <ac:chgData name="bezavada sruthi" userId="97794278957d2517" providerId="LiveId" clId="{9983DD2C-4C1E-457E-A768-C1E9590BA7EA}" dt="2026-09-29T06:43:00.621" v="69" actId="2711"/>
          <ac:spMkLst>
            <pc:docMk/>
            <pc:sldMk cId="2110886297" sldId="319"/>
            <ac:spMk id="6" creationId="{7765C422-15FC-BA3F-B237-3DEC3EC07913}"/>
          </ac:spMkLst>
        </pc:spChg>
        <pc:spChg chg="add mod">
          <ac:chgData name="bezavada sruthi" userId="97794278957d2517" providerId="LiveId" clId="{9983DD2C-4C1E-457E-A768-C1E9590BA7EA}" dt="2026-09-29T06:43:00.621" v="69" actId="2711"/>
          <ac:spMkLst>
            <pc:docMk/>
            <pc:sldMk cId="2110886297" sldId="319"/>
            <ac:spMk id="7" creationId="{5E5F83CE-CA7B-062D-D4EC-502B77610B9B}"/>
          </ac:spMkLst>
        </pc:spChg>
        <pc:picChg chg="add mod">
          <ac:chgData name="bezavada sruthi" userId="97794278957d2517" providerId="LiveId" clId="{9983DD2C-4C1E-457E-A768-C1E9590BA7EA}" dt="2026-09-29T06:42:19.216" v="68" actId="1076"/>
          <ac:picMkLst>
            <pc:docMk/>
            <pc:sldMk cId="2110886297" sldId="319"/>
            <ac:picMk id="2" creationId="{356BE979-25BD-9714-3986-29CC0901BA6A}"/>
          </ac:picMkLst>
        </pc:picChg>
        <pc:picChg chg="del">
          <ac:chgData name="bezavada sruthi" userId="97794278957d2517" providerId="LiveId" clId="{9983DD2C-4C1E-457E-A768-C1E9590BA7EA}" dt="2026-09-29T06:42:05.293" v="66" actId="478"/>
          <ac:picMkLst>
            <pc:docMk/>
            <pc:sldMk cId="2110886297" sldId="319"/>
            <ac:picMk id="3" creationId="{356BE979-25BD-9714-3986-29CC0901BA6A}"/>
          </ac:picMkLst>
        </pc:picChg>
        <pc:picChg chg="add mod">
          <ac:chgData name="bezavada sruthi" userId="97794278957d2517" providerId="LiveId" clId="{9983DD2C-4C1E-457E-A768-C1E9590BA7EA}" dt="2026-09-29T06:42:19.216" v="68" actId="1076"/>
          <ac:picMkLst>
            <pc:docMk/>
            <pc:sldMk cId="2110886297" sldId="319"/>
            <ac:picMk id="4" creationId="{EA1DD3BF-237E-D25B-24C1-7721112A07D3}"/>
          </ac:picMkLst>
        </pc:picChg>
        <pc:picChg chg="add mod">
          <ac:chgData name="bezavada sruthi" userId="97794278957d2517" providerId="LiveId" clId="{9983DD2C-4C1E-457E-A768-C1E9590BA7EA}" dt="2026-09-29T06:42:19.216" v="68" actId="1076"/>
          <ac:picMkLst>
            <pc:docMk/>
            <pc:sldMk cId="2110886297" sldId="319"/>
            <ac:picMk id="8" creationId="{88A58E89-5329-8F5A-3B2A-7E84171E8C91}"/>
          </ac:picMkLst>
        </pc:picChg>
      </pc:sldChg>
      <pc:sldChg chg="addSp delSp modSp mod">
        <pc:chgData name="bezavada sruthi" userId="97794278957d2517" providerId="LiveId" clId="{9983DD2C-4C1E-457E-A768-C1E9590BA7EA}" dt="2026-09-29T06:53:47.310" v="90" actId="2711"/>
        <pc:sldMkLst>
          <pc:docMk/>
          <pc:sldMk cId="2041156929" sldId="323"/>
        </pc:sldMkLst>
        <pc:spChg chg="add mod">
          <ac:chgData name="bezavada sruthi" userId="97794278957d2517" providerId="LiveId" clId="{9983DD2C-4C1E-457E-A768-C1E9590BA7EA}" dt="2026-09-29T06:53:47.310" v="90" actId="2711"/>
          <ac:spMkLst>
            <pc:docMk/>
            <pc:sldMk cId="2041156929" sldId="323"/>
            <ac:spMk id="2" creationId="{DA209FDA-9353-131E-CCCB-7CC83AD13E27}"/>
          </ac:spMkLst>
        </pc:spChg>
        <pc:spChg chg="mod">
          <ac:chgData name="bezavada sruthi" userId="97794278957d2517" providerId="LiveId" clId="{9983DD2C-4C1E-457E-A768-C1E9590BA7EA}" dt="2026-09-29T06:52:03.449" v="84" actId="1076"/>
          <ac:spMkLst>
            <pc:docMk/>
            <pc:sldMk cId="2041156929" sldId="323"/>
            <ac:spMk id="9" creationId="{7560530C-2C8F-C1F7-BBD0-2F6EF1778758}"/>
          </ac:spMkLst>
        </pc:spChg>
        <pc:spChg chg="del mod">
          <ac:chgData name="bezavada sruthi" userId="97794278957d2517" providerId="LiveId" clId="{9983DD2C-4C1E-457E-A768-C1E9590BA7EA}" dt="2026-09-29T06:52:30.664" v="87" actId="478"/>
          <ac:spMkLst>
            <pc:docMk/>
            <pc:sldMk cId="2041156929" sldId="323"/>
            <ac:spMk id="13" creationId="{476F8D2C-7755-E4B7-B4B9-25E0A705D111}"/>
          </ac:spMkLst>
        </pc:spChg>
      </pc:sldChg>
      <pc:sldChg chg="modSp mod">
        <pc:chgData name="bezavada sruthi" userId="97794278957d2517" providerId="LiveId" clId="{9983DD2C-4C1E-457E-A768-C1E9590BA7EA}" dt="2026-09-29T06:56:46.480" v="96" actId="20577"/>
        <pc:sldMkLst>
          <pc:docMk/>
          <pc:sldMk cId="52947149" sldId="324"/>
        </pc:sldMkLst>
        <pc:spChg chg="mod">
          <ac:chgData name="bezavada sruthi" userId="97794278957d2517" providerId="LiveId" clId="{9983DD2C-4C1E-457E-A768-C1E9590BA7EA}" dt="2026-09-29T06:56:46.480" v="96" actId="20577"/>
          <ac:spMkLst>
            <pc:docMk/>
            <pc:sldMk cId="52947149" sldId="324"/>
            <ac:spMk id="11" creationId="{C1B09EF0-19B8-90DE-8703-B5C5664AADC7}"/>
          </ac:spMkLst>
        </pc:spChg>
      </pc:sldChg>
      <pc:sldChg chg="addSp delSp modSp mod">
        <pc:chgData name="bezavada sruthi" userId="97794278957d2517" providerId="LiveId" clId="{9983DD2C-4C1E-457E-A768-C1E9590BA7EA}" dt="2026-09-29T06:58:20.045" v="103" actId="2711"/>
        <pc:sldMkLst>
          <pc:docMk/>
          <pc:sldMk cId="4178335282" sldId="325"/>
        </pc:sldMkLst>
        <pc:spChg chg="add del">
          <ac:chgData name="bezavada sruthi" userId="97794278957d2517" providerId="LiveId" clId="{9983DD2C-4C1E-457E-A768-C1E9590BA7EA}" dt="2026-09-29T06:57:35.030" v="99" actId="22"/>
          <ac:spMkLst>
            <pc:docMk/>
            <pc:sldMk cId="4178335282" sldId="325"/>
            <ac:spMk id="4" creationId="{4052F1C2-A85B-6027-504E-988FA27CF276}"/>
          </ac:spMkLst>
        </pc:spChg>
        <pc:spChg chg="add mod">
          <ac:chgData name="bezavada sruthi" userId="97794278957d2517" providerId="LiveId" clId="{9983DD2C-4C1E-457E-A768-C1E9590BA7EA}" dt="2026-09-29T06:58:20.045" v="103" actId="2711"/>
          <ac:spMkLst>
            <pc:docMk/>
            <pc:sldMk cId="4178335282" sldId="325"/>
            <ac:spMk id="8" creationId="{3C847A49-CD34-5C7C-15EB-3FEA9099290A}"/>
          </ac:spMkLst>
        </pc:spChg>
        <pc:spChg chg="del">
          <ac:chgData name="bezavada sruthi" userId="97794278957d2517" providerId="LiveId" clId="{9983DD2C-4C1E-457E-A768-C1E9590BA7EA}" dt="2026-09-29T06:57:29.675" v="97" actId="478"/>
          <ac:spMkLst>
            <pc:docMk/>
            <pc:sldMk cId="4178335282" sldId="325"/>
            <ac:spMk id="15" creationId="{2846E5BF-9A5A-D21C-0222-BA393E1CAC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A0DE2-65D9-A305-2A15-0754D3243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0382C0-3848-4CC2-42E3-E99C6B73CD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D7400-CDFD-B466-1977-55F6B9ED1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42FAB-7EFB-4885-81D9-EA05552E904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37CEC-8E28-0229-8427-6025DD43F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7E27F-FB16-C7DA-D95B-FE1D00AC0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162D-CC55-4F70-8444-D5466BBF1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455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A0EBC-6C03-43DA-ABD9-EB8BEBD1D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3B08A-7716-C12C-5C8F-E465FF1A6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7802A-2C84-DEA2-6175-6E82FD78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42FAB-7EFB-4885-81D9-EA05552E904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79B1A-8184-BA65-7BB9-B00E732F0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A22AA-5CD2-E268-6427-A3D1F2DCE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162D-CC55-4F70-8444-D5466BBF1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31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B64F6-FEE5-E1EF-9D96-8C31B8832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49D59-2710-7CBA-F268-4330C1F5E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53359-3CB3-3BC7-D8EE-23C32575B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42FAB-7EFB-4885-81D9-EA05552E904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6D462-A131-6793-D4E8-276886440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594CC-84C4-6AED-BE83-1379F3FBD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162D-CC55-4F70-8444-D5466BBF1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753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63EC2-89BA-1911-80D1-04F2848BE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EEE15-ED6E-34F5-302B-EB3BB93F90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AC993-E9E6-2867-63AE-7233CB837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C9F09-CF0D-039F-7139-CD776EE18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42FAB-7EFB-4885-81D9-EA05552E904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63627-D132-8445-A067-B67FF57C2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A02BF-2E96-8CB8-E5F4-CBCA33C78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162D-CC55-4F70-8444-D5466BBF1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561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FFC4C-B1CF-F142-B92A-3CCAFC0B7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46100-A4BC-0867-F731-4F4088A9A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5105A-B07D-E5F1-36B0-266DFEC34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7C17A4-E17F-3454-C1F5-B0D5537145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33E5C6-467C-4DAF-A45F-5FE2D6A6EF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A71732-7219-75DC-3FE3-C0BC4CA47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42FAB-7EFB-4885-81D9-EA05552E904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7E833B-EBEE-D88A-338E-A65A6E9B4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59E923-8287-69A3-41D1-84A228037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162D-CC55-4F70-8444-D5466BBF1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324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9D286-6772-4DD9-04D3-A45C820B5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F082A4-6326-E4D8-D046-F89DA237F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42FAB-7EFB-4885-81D9-EA05552E904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4115BA-1BCB-4756-3908-DCCB848D3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F4E883-10A5-7A28-EA9B-0F31152AC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162D-CC55-4F70-8444-D5466BBF1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057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FBCFFD-0868-194A-7742-B5720F19B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42FAB-7EFB-4885-81D9-EA05552E904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5CA20-3EC5-8AF3-4CCD-CC2E41894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7027A-3E24-688B-5867-E550D3572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162D-CC55-4F70-8444-D5466BBF1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063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AAD57-437A-2424-DC4E-98564008C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68ED0-E3E1-50AA-4701-053881738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58F481-D560-0C0B-D220-C0C3E4D5F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1FF45-6EBE-479C-1D70-89580BE3B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42FAB-7EFB-4885-81D9-EA05552E904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E942D-EA9C-2CA7-75F2-A9EDF0573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074BB-68AC-6EEC-77F0-7D34F093C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162D-CC55-4F70-8444-D5466BBF1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314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4DC18-2966-0F94-6741-CECB8494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4C4C92-4C2A-547B-0308-1E8C1BF99A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B2097C-303B-B869-72C0-015F74D96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E42D0D-EA3D-CFA6-3A63-B3DCD202B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42FAB-7EFB-4885-81D9-EA05552E904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07111-73CA-6238-5E5B-3D24FC4CB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20155-1DB5-B2D6-D5B1-E6611C112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162D-CC55-4F70-8444-D5466BBF1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201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97430-015A-0231-E9AD-0CD7E8475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3062CB-5929-ED20-1ACC-962269C34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47808-E4B3-46E5-59F0-7F65C34B1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42FAB-7EFB-4885-81D9-EA05552E904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55540-05EC-B2B6-74CC-008D3A12C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613D0-D1CE-1EAD-76D2-57E2EAE84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162D-CC55-4F70-8444-D5466BBF1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712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D3A737-53C7-3F5D-0ED9-233B66106B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5DA4D0-53EE-28BA-3777-B54F175C3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63163-34F6-F9B3-B070-39809E02A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42FAB-7EFB-4885-81D9-EA05552E904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513F7-2827-5CCF-1BD3-B07459A56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C1844-D2E6-B226-41BA-7C23F0294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4162D-CC55-4F70-8444-D5466BBF1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273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3CE286-822E-2BC0-34A3-4601E3ADB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31F39-6A9C-8EC2-70D8-2F3838687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3F217-BCAE-BAEE-5619-0767568DF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042FAB-7EFB-4885-81D9-EA05552E904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0647F-952C-0DDD-029F-31050F1935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BB62B-D2EB-DF05-F519-FB30494041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4162D-CC55-4F70-8444-D5466BBF1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298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04525"/>
            <a:ext cx="9144000" cy="2387600"/>
          </a:xfrm>
        </p:spPr>
        <p:txBody>
          <a:bodyPr>
            <a:normAutofit/>
          </a:bodyPr>
          <a:lstStyle/>
          <a:p>
            <a:r>
              <a:rPr lang="en-IN" sz="4400" i="1" dirty="0">
                <a:latin typeface="Algerian" panose="04020705040A02060702" pitchFamily="82" charset="0"/>
              </a:rPr>
              <a:t>STUDENT HOSTEL MANAGEMENT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966E95-B961-AC11-D7AC-8BB320F689D2}"/>
              </a:ext>
            </a:extLst>
          </p:cNvPr>
          <p:cNvSpPr txBox="1"/>
          <p:nvPr/>
        </p:nvSpPr>
        <p:spPr>
          <a:xfrm>
            <a:off x="7547812" y="4844715"/>
            <a:ext cx="378745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A. SATYA           -     25B11CS020</a:t>
            </a:r>
          </a:p>
          <a:p>
            <a:r>
              <a:rPr lang="en-IN" sz="2000" dirty="0"/>
              <a:t>B. ASRITHA      -     25B11CS136</a:t>
            </a:r>
          </a:p>
          <a:p>
            <a:r>
              <a:rPr lang="en-IN" sz="2000" dirty="0"/>
              <a:t>B. SRUTHI         -     25B11CS103</a:t>
            </a:r>
          </a:p>
          <a:p>
            <a:r>
              <a:rPr lang="en-IN" sz="2000" dirty="0"/>
              <a:t>K. ANUSHA      -     25B11CS498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77908C-EB6E-E133-C22C-104F30A8207D}"/>
              </a:ext>
            </a:extLst>
          </p:cNvPr>
          <p:cNvSpPr txBox="1"/>
          <p:nvPr/>
        </p:nvSpPr>
        <p:spPr>
          <a:xfrm>
            <a:off x="7405175" y="4413828"/>
            <a:ext cx="22175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 dirty="0"/>
              <a:t>Team Members: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C0001A-A776-23D6-B752-5A4E41069EA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533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411" y="1884388"/>
            <a:ext cx="3659659" cy="718889"/>
          </a:xfrm>
        </p:spPr>
        <p:txBody>
          <a:bodyPr>
            <a:normAutofit/>
          </a:bodyPr>
          <a:lstStyle/>
          <a:p>
            <a:pPr algn="ctr"/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4646" y="2850811"/>
            <a:ext cx="10085173" cy="2522856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student hostel details manually can be difficult.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time-consuming to manage students, rooms, fees, and allocations.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records may cause errors and duplicate entries.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difficult to quickly check room availability and student details.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helps manage hostel information in an organized and efficient way.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79DE5E-77D2-D187-107E-7868326C5F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384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454" y="1735358"/>
            <a:ext cx="4316627" cy="80730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 Project is Needed</a:t>
            </a:r>
            <a:endParaRPr lang="en-IN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2426" y="2748262"/>
            <a:ext cx="7473778" cy="2400386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make hostel management faster and easier.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student and room details in one place.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quickly check room availability and room allocation.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work and errors.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easily manage hostel fees and student records.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318684-9C76-68E9-25E3-9BE3723D850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39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900" y="1784590"/>
            <a:ext cx="4322943" cy="785615"/>
          </a:xfrm>
        </p:spPr>
        <p:txBody>
          <a:bodyPr>
            <a:normAutofit/>
          </a:bodyPr>
          <a:lstStyle/>
          <a:p>
            <a:pPr algn="ctr"/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484421" y="2760980"/>
            <a:ext cx="6702378" cy="2921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student details in a database.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hostel rooms and room availability.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student room allocation.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hostel fee and payment details.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work and data entry errors.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quick and accurate hostel records.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A583AC-82A8-84EB-225D-19D7626E11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48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53" y="1626404"/>
            <a:ext cx="4383505" cy="1058815"/>
          </a:xfrm>
        </p:spPr>
        <p:txBody>
          <a:bodyPr>
            <a:normAutofit/>
          </a:bodyPr>
          <a:lstStyle/>
          <a:p>
            <a:pPr algn="ctr"/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7638" y="2629071"/>
            <a:ext cx="6529214" cy="2675057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and manage student details.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and manage room details.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room availability.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 rooms to students.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hostel fee and payment details.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and view student and hostel records.</a:t>
            </a:r>
          </a:p>
          <a:p>
            <a:endParaRPr lang="en-US" sz="3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1B6503-B06B-D28E-68C7-105C2B1BD0A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968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758" y="1532021"/>
            <a:ext cx="5354053" cy="925195"/>
          </a:xfrm>
        </p:spPr>
        <p:txBody>
          <a:bodyPr>
            <a:normAutofit/>
          </a:bodyPr>
          <a:lstStyle/>
          <a:p>
            <a:pPr algn="ctr"/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7590" y="2587624"/>
            <a:ext cx="10515600" cy="2569912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 Student and payment information should be protected.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Reliability: The system should provide accurate information.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 The system should respond quickly.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Usability: The system should be simple and easy to use.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Integrity: Student and hostel records should remain correct and consistent.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66FA88-EACE-ED48-9701-3833E90E597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146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821" y="1669636"/>
            <a:ext cx="4137020" cy="957178"/>
          </a:xfrm>
        </p:spPr>
        <p:txBody>
          <a:bodyPr>
            <a:normAutofit/>
          </a:bodyPr>
          <a:lstStyle/>
          <a:p>
            <a:pPr algn="ctr"/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Users of the System</a:t>
            </a:r>
            <a:endParaRPr lang="en-IN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358" y="2796172"/>
            <a:ext cx="8955506" cy="1904164"/>
          </a:xfrm>
        </p:spPr>
        <p:txBody>
          <a:bodyPr/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Hostel Warden: Manages students, rooms, and hostel records.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Hostel Staff: Handles room allocation and student information.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Students: Can view room details and hostel-related information.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Administrator: Manages the database and overall system.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110A80-87CF-D44A-2EE2-DBE26DF38D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621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966" y="310717"/>
            <a:ext cx="4008655" cy="573338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 and Attributes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117C49-A27B-CFDC-E7D2-EB90531C5B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1FFDEC9-CFBA-91EE-AA08-713249A70E49}"/>
              </a:ext>
            </a:extLst>
          </p:cNvPr>
          <p:cNvSpPr/>
          <p:nvPr/>
        </p:nvSpPr>
        <p:spPr>
          <a:xfrm>
            <a:off x="536121" y="1258373"/>
            <a:ext cx="3702519" cy="32994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/>
          </a:p>
          <a:p>
            <a:endParaRPr lang="en-IN" dirty="0"/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student information.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Primary Key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                    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                     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– Composite Attribute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Street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PinCode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BAACEF-7855-63C1-FB50-6026A8014F4A}"/>
              </a:ext>
            </a:extLst>
          </p:cNvPr>
          <p:cNvSpPr txBox="1"/>
          <p:nvPr/>
        </p:nvSpPr>
        <p:spPr>
          <a:xfrm>
            <a:off x="1507086" y="1349497"/>
            <a:ext cx="103906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  <a:p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84759A-E9FD-0706-7A82-E13EBC202787}"/>
              </a:ext>
            </a:extLst>
          </p:cNvPr>
          <p:cNvSpPr/>
          <p:nvPr/>
        </p:nvSpPr>
        <p:spPr>
          <a:xfrm>
            <a:off x="4413170" y="4149743"/>
            <a:ext cx="3054733" cy="23083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/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room allocation details.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Allocation_ID__Primary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Student_ID__Foreign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Foreign Key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Allocation_Date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0C7646-E6CE-8081-98BD-1B332C206F0E}"/>
              </a:ext>
            </a:extLst>
          </p:cNvPr>
          <p:cNvSpPr txBox="1"/>
          <p:nvPr/>
        </p:nvSpPr>
        <p:spPr>
          <a:xfrm>
            <a:off x="5131155" y="4142862"/>
            <a:ext cx="1308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0C6D3B-6502-3E53-A92C-4BA6A52F74C9}"/>
              </a:ext>
            </a:extLst>
          </p:cNvPr>
          <p:cNvSpPr/>
          <p:nvPr/>
        </p:nvSpPr>
        <p:spPr>
          <a:xfrm>
            <a:off x="6582106" y="1095345"/>
            <a:ext cx="3054733" cy="23083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hostel room information.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Primary Key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Room_Number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Room_Type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Room_Status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Capcity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-Derived Attribute</a:t>
            </a:r>
          </a:p>
          <a:p>
            <a:pPr algn="ctr"/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F8BB98-9058-5B33-988A-31B50280086E}"/>
              </a:ext>
            </a:extLst>
          </p:cNvPr>
          <p:cNvSpPr txBox="1"/>
          <p:nvPr/>
        </p:nvSpPr>
        <p:spPr>
          <a:xfrm>
            <a:off x="7670975" y="1113196"/>
            <a:ext cx="869149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</a:t>
            </a:r>
          </a:p>
          <a:p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340BD51-858E-057A-B0DC-76120876B0C5}"/>
              </a:ext>
            </a:extLst>
          </p:cNvPr>
          <p:cNvSpPr/>
          <p:nvPr/>
        </p:nvSpPr>
        <p:spPr>
          <a:xfrm>
            <a:off x="7953361" y="4043751"/>
            <a:ext cx="3151521" cy="23083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/>
          </a:p>
          <a:p>
            <a:endParaRPr lang="en-IN" dirty="0"/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hostel fee information.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Primary Key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Foreign Key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Payment_Date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Payment_Status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033B01-63C1-0AA7-7CF4-A2470333D8A2}"/>
              </a:ext>
            </a:extLst>
          </p:cNvPr>
          <p:cNvSpPr txBox="1"/>
          <p:nvPr/>
        </p:nvSpPr>
        <p:spPr>
          <a:xfrm>
            <a:off x="8924276" y="4157721"/>
            <a:ext cx="11528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</a:t>
            </a:r>
          </a:p>
        </p:txBody>
      </p:sp>
    </p:spTree>
    <p:extLst>
      <p:ext uri="{BB962C8B-B14F-4D97-AF65-F5344CB8AC3E}">
        <p14:creationId xmlns:p14="http://schemas.microsoft.com/office/powerpoint/2010/main" val="4262496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FB5EED1-13B5-C032-C122-120F441582C9}"/>
              </a:ext>
            </a:extLst>
          </p:cNvPr>
          <p:cNvSpPr/>
          <p:nvPr/>
        </p:nvSpPr>
        <p:spPr>
          <a:xfrm>
            <a:off x="3965561" y="1427551"/>
            <a:ext cx="3151521" cy="23083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/>
          </a:p>
          <a:p>
            <a:endParaRPr lang="en-IN" dirty="0"/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hostel fee information.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Primary Key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Foreign Key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Payment_Date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Payment_Status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1446FA-4984-716C-E6F9-E8CE01E62D0E}"/>
              </a:ext>
            </a:extLst>
          </p:cNvPr>
          <p:cNvSpPr txBox="1"/>
          <p:nvPr/>
        </p:nvSpPr>
        <p:spPr>
          <a:xfrm>
            <a:off x="4936476" y="1541521"/>
            <a:ext cx="11528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5DEF2B-DF8A-B3ED-BF6F-E5459E2C3A1E}"/>
              </a:ext>
            </a:extLst>
          </p:cNvPr>
          <p:cNvSpPr/>
          <p:nvPr/>
        </p:nvSpPr>
        <p:spPr>
          <a:xfrm>
            <a:off x="7117082" y="4276287"/>
            <a:ext cx="3151521" cy="23083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Warden_ID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Primary Key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Warden_Name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</a:p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51E341-B1C5-2713-40DD-ED9A4AD847BD}"/>
              </a:ext>
            </a:extLst>
          </p:cNvPr>
          <p:cNvSpPr txBox="1"/>
          <p:nvPr/>
        </p:nvSpPr>
        <p:spPr>
          <a:xfrm>
            <a:off x="8087997" y="4390257"/>
            <a:ext cx="10874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Warden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1A4A2A-DAF1-D829-5D61-17A25D5C5F3F}"/>
              </a:ext>
            </a:extLst>
          </p:cNvPr>
          <p:cNvSpPr/>
          <p:nvPr/>
        </p:nvSpPr>
        <p:spPr>
          <a:xfrm>
            <a:off x="634183" y="4276287"/>
            <a:ext cx="3151521" cy="23083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Hostel_ID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Primary Key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Hostel_Name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</a:t>
            </a:r>
          </a:p>
          <a:p>
            <a:pPr algn="ctr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687736-F6E1-402C-AE10-27085548E380}"/>
              </a:ext>
            </a:extLst>
          </p:cNvPr>
          <p:cNvSpPr txBox="1"/>
          <p:nvPr/>
        </p:nvSpPr>
        <p:spPr>
          <a:xfrm>
            <a:off x="1605098" y="4390257"/>
            <a:ext cx="9587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Hostel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EA8E79-79DA-9C09-68EB-8ECD98D6C015}"/>
              </a:ext>
            </a:extLst>
          </p:cNvPr>
          <p:cNvSpPr txBox="1"/>
          <p:nvPr/>
        </p:nvSpPr>
        <p:spPr>
          <a:xfrm>
            <a:off x="3965561" y="486485"/>
            <a:ext cx="60938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 and Attributes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E69F52-E020-CFB7-896E-7D0E95F680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330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5AB76B07-8A74-5E91-3D59-EDAE3EE1E6DA}"/>
              </a:ext>
            </a:extLst>
          </p:cNvPr>
          <p:cNvSpPr txBox="1"/>
          <p:nvPr/>
        </p:nvSpPr>
        <p:spPr>
          <a:xfrm>
            <a:off x="4653280" y="975360"/>
            <a:ext cx="25555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</a:p>
        </p:txBody>
      </p:sp>
      <p:sp>
        <p:nvSpPr>
          <p:cNvPr id="24" name="Flowchart: Data 23">
            <a:extLst>
              <a:ext uri="{FF2B5EF4-FFF2-40B4-BE49-F238E27FC236}">
                <a16:creationId xmlns:a16="http://schemas.microsoft.com/office/drawing/2014/main" id="{AB0D5838-E86B-EB74-F014-D7CE957FED41}"/>
              </a:ext>
            </a:extLst>
          </p:cNvPr>
          <p:cNvSpPr/>
          <p:nvPr/>
        </p:nvSpPr>
        <p:spPr>
          <a:xfrm>
            <a:off x="86361" y="2289146"/>
            <a:ext cx="4135967" cy="1711355"/>
          </a:xfrm>
          <a:prstGeom prst="flowChartInputOutpu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4B58D7-A135-57FF-515A-6F32BE179918}"/>
              </a:ext>
            </a:extLst>
          </p:cNvPr>
          <p:cNvSpPr txBox="1"/>
          <p:nvPr/>
        </p:nvSpPr>
        <p:spPr>
          <a:xfrm>
            <a:off x="725783" y="2555778"/>
            <a:ext cx="32823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/>
              <a:t>1.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— Allocation</a:t>
            </a:r>
            <a:b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Relationship: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Gets/Receives</a:t>
            </a:r>
            <a:b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student can have room allocation records</a:t>
            </a:r>
            <a:r>
              <a:rPr lang="en-IN" i="1" dirty="0"/>
              <a:t>.</a:t>
            </a:r>
          </a:p>
        </p:txBody>
      </p:sp>
      <p:sp>
        <p:nvSpPr>
          <p:cNvPr id="27" name="Flowchart: Data 26">
            <a:extLst>
              <a:ext uri="{FF2B5EF4-FFF2-40B4-BE49-F238E27FC236}">
                <a16:creationId xmlns:a16="http://schemas.microsoft.com/office/drawing/2014/main" id="{02082715-99DD-6D00-FB26-9CF20E66FE7D}"/>
              </a:ext>
            </a:extLst>
          </p:cNvPr>
          <p:cNvSpPr/>
          <p:nvPr/>
        </p:nvSpPr>
        <p:spPr>
          <a:xfrm>
            <a:off x="4008122" y="2307629"/>
            <a:ext cx="4196080" cy="1696628"/>
          </a:xfrm>
          <a:prstGeom prst="flowChartInputOutput">
            <a:avLst/>
          </a:prstGeom>
          <a:solidFill>
            <a:schemeClr val="tx2">
              <a:lumMod val="10000"/>
              <a:lumOff val="90000"/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C21AF8-87D1-F963-0358-269802D30868}"/>
              </a:ext>
            </a:extLst>
          </p:cNvPr>
          <p:cNvSpPr txBox="1"/>
          <p:nvPr/>
        </p:nvSpPr>
        <p:spPr>
          <a:xfrm>
            <a:off x="4771671" y="2555778"/>
            <a:ext cx="30191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/>
              <a:t>2.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— Allocation</a:t>
            </a:r>
            <a:b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Relationship: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Assigned</a:t>
            </a:r>
            <a:b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room can be assigned to students over different periods.</a:t>
            </a:r>
          </a:p>
        </p:txBody>
      </p:sp>
      <p:sp>
        <p:nvSpPr>
          <p:cNvPr id="31" name="Flowchart: Data 30">
            <a:extLst>
              <a:ext uri="{FF2B5EF4-FFF2-40B4-BE49-F238E27FC236}">
                <a16:creationId xmlns:a16="http://schemas.microsoft.com/office/drawing/2014/main" id="{6DF9A81B-607E-FF79-EC81-B05818F18BB2}"/>
              </a:ext>
            </a:extLst>
          </p:cNvPr>
          <p:cNvSpPr/>
          <p:nvPr/>
        </p:nvSpPr>
        <p:spPr>
          <a:xfrm>
            <a:off x="8006082" y="2293114"/>
            <a:ext cx="4119881" cy="1696628"/>
          </a:xfrm>
          <a:prstGeom prst="flowChartInputOutput">
            <a:avLst/>
          </a:prstGeom>
          <a:solidFill>
            <a:schemeClr val="tx2">
              <a:lumMod val="10000"/>
              <a:lumOff val="90000"/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E817C2-6858-1602-5439-147F44C4389E}"/>
              </a:ext>
            </a:extLst>
          </p:cNvPr>
          <p:cNvSpPr txBox="1"/>
          <p:nvPr/>
        </p:nvSpPr>
        <p:spPr>
          <a:xfrm>
            <a:off x="8753545" y="2555778"/>
            <a:ext cx="31307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/>
              <a:t>3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Student — Payment</a:t>
            </a:r>
            <a:b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Relationship: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Makes/Pays</a:t>
            </a:r>
            <a:b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student can make payments for hostel fees.</a:t>
            </a:r>
          </a:p>
        </p:txBody>
      </p:sp>
      <p:sp>
        <p:nvSpPr>
          <p:cNvPr id="3" name="Flowchart: Data 2">
            <a:extLst>
              <a:ext uri="{FF2B5EF4-FFF2-40B4-BE49-F238E27FC236}">
                <a16:creationId xmlns:a16="http://schemas.microsoft.com/office/drawing/2014/main" id="{61820CDA-AD43-B22B-40A2-3E7CFC39D490}"/>
              </a:ext>
            </a:extLst>
          </p:cNvPr>
          <p:cNvSpPr/>
          <p:nvPr/>
        </p:nvSpPr>
        <p:spPr>
          <a:xfrm>
            <a:off x="86360" y="4471300"/>
            <a:ext cx="3670301" cy="1711355"/>
          </a:xfrm>
          <a:prstGeom prst="flowChartInputOutput">
            <a:avLst/>
          </a:prstGeom>
          <a:solidFill>
            <a:schemeClr val="tx2">
              <a:lumMod val="10000"/>
              <a:lumOff val="90000"/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65AE9A-079E-0120-80AF-E902BD7469E5}"/>
              </a:ext>
            </a:extLst>
          </p:cNvPr>
          <p:cNvSpPr txBox="1"/>
          <p:nvPr/>
        </p:nvSpPr>
        <p:spPr>
          <a:xfrm>
            <a:off x="574415" y="4808875"/>
            <a:ext cx="28199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/>
              <a:t>2.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Allocation — Payment</a:t>
            </a:r>
            <a:b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Relationship: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Allocation can have many Payment records.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lowchart: Data 15">
            <a:extLst>
              <a:ext uri="{FF2B5EF4-FFF2-40B4-BE49-F238E27FC236}">
                <a16:creationId xmlns:a16="http://schemas.microsoft.com/office/drawing/2014/main" id="{EDE872A9-2D44-61E8-E157-66EE19FFCB26}"/>
              </a:ext>
            </a:extLst>
          </p:cNvPr>
          <p:cNvSpPr/>
          <p:nvPr/>
        </p:nvSpPr>
        <p:spPr>
          <a:xfrm>
            <a:off x="3462605" y="4475268"/>
            <a:ext cx="4196080" cy="1696628"/>
          </a:xfrm>
          <a:prstGeom prst="flowChartInputOutput">
            <a:avLst/>
          </a:prstGeom>
          <a:solidFill>
            <a:schemeClr val="tx2">
              <a:lumMod val="10000"/>
              <a:lumOff val="90000"/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337CE8-71AF-0981-5273-A031E9AC2E0E}"/>
              </a:ext>
            </a:extLst>
          </p:cNvPr>
          <p:cNvSpPr txBox="1"/>
          <p:nvPr/>
        </p:nvSpPr>
        <p:spPr>
          <a:xfrm>
            <a:off x="4170718" y="4734536"/>
            <a:ext cx="30191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/>
              <a:t>2.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— Warden</a:t>
            </a:r>
            <a:b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Relationship: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Assigned</a:t>
            </a:r>
            <a:b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Rooms can be managed by one Warden</a:t>
            </a:r>
            <a:r>
              <a:rPr lang="en-IN" dirty="0"/>
              <a:t>.</a:t>
            </a:r>
            <a:endParaRPr lang="en-IN" i="1" dirty="0"/>
          </a:p>
        </p:txBody>
      </p:sp>
      <p:sp>
        <p:nvSpPr>
          <p:cNvPr id="28" name="Flowchart: Data 27">
            <a:extLst>
              <a:ext uri="{FF2B5EF4-FFF2-40B4-BE49-F238E27FC236}">
                <a16:creationId xmlns:a16="http://schemas.microsoft.com/office/drawing/2014/main" id="{63349B27-B522-6BA1-A23B-BB19871CFA52}"/>
              </a:ext>
            </a:extLst>
          </p:cNvPr>
          <p:cNvSpPr/>
          <p:nvPr/>
        </p:nvSpPr>
        <p:spPr>
          <a:xfrm>
            <a:off x="7421505" y="4493752"/>
            <a:ext cx="4196080" cy="1681899"/>
          </a:xfrm>
          <a:prstGeom prst="flowChartInputOutput">
            <a:avLst/>
          </a:prstGeom>
          <a:solidFill>
            <a:schemeClr val="tx2">
              <a:lumMod val="10000"/>
              <a:lumOff val="90000"/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F1BF41-2DA8-9C15-056C-D06C894EB211}"/>
              </a:ext>
            </a:extLst>
          </p:cNvPr>
          <p:cNvSpPr txBox="1"/>
          <p:nvPr/>
        </p:nvSpPr>
        <p:spPr>
          <a:xfrm>
            <a:off x="8072742" y="4808876"/>
            <a:ext cx="31307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/>
              <a:t>3.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— Hostel</a:t>
            </a:r>
            <a:b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Relationship: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Assigned</a:t>
            </a:r>
            <a:b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Students can belong to one Hostel.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9ED0AB-235D-F548-B599-5F09D384D01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048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D4F5F3-2D65-A334-4ED8-2D7155FF72BE}"/>
              </a:ext>
            </a:extLst>
          </p:cNvPr>
          <p:cNvSpPr txBox="1"/>
          <p:nvPr/>
        </p:nvSpPr>
        <p:spPr>
          <a:xfrm>
            <a:off x="1026160" y="1706880"/>
            <a:ext cx="32736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83863D-4EE2-4EF4-349E-81207D1E8161}"/>
              </a:ext>
            </a:extLst>
          </p:cNvPr>
          <p:cNvSpPr txBox="1"/>
          <p:nvPr/>
        </p:nvSpPr>
        <p:spPr>
          <a:xfrm>
            <a:off x="1391920" y="2674719"/>
            <a:ext cx="9868151" cy="28469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Student_Name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Phone, Email, Department)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Room_Number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Room_Type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Room_Status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Allocation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Allocation_ID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Allocation_Date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Payment_ID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Student_ID,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Payment_Date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Amount,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Payment_Status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Hostel_ID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Hostel_Name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Location)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Warden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Warden_ID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Warden_Name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Phone, Email)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0D67AB-A863-0E7F-E3C0-9383C471C9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906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0547" y="823590"/>
            <a:ext cx="3159761" cy="1000451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Cardinality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D541197-C575-491F-50D6-9C5988C9E050}"/>
              </a:ext>
            </a:extLst>
          </p:cNvPr>
          <p:cNvSpPr/>
          <p:nvPr/>
        </p:nvSpPr>
        <p:spPr>
          <a:xfrm>
            <a:off x="1203158" y="2117558"/>
            <a:ext cx="3577389" cy="1548063"/>
          </a:xfrm>
          <a:prstGeom prst="roundRect">
            <a:avLst/>
          </a:prstGeom>
          <a:solidFill>
            <a:srgbClr val="CCCCFF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— Allocation: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1:M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student can have many allocation records</a:t>
            </a:r>
            <a:r>
              <a:rPr lang="en-IN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A93395E-7034-C179-4F8B-5A77EB784738}"/>
              </a:ext>
            </a:extLst>
          </p:cNvPr>
          <p:cNvSpPr/>
          <p:nvPr/>
        </p:nvSpPr>
        <p:spPr>
          <a:xfrm>
            <a:off x="4307305" y="3320716"/>
            <a:ext cx="3577389" cy="1548063"/>
          </a:xfrm>
          <a:prstGeom prst="roundRect">
            <a:avLst/>
          </a:prstGeom>
          <a:solidFill>
            <a:srgbClr val="CCCCFF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Room — Allocation: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1:M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room can have many allocation records over time.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FF4AD6C-67F3-BB5D-0611-4E96EFADB4F9}"/>
              </a:ext>
            </a:extLst>
          </p:cNvPr>
          <p:cNvSpPr/>
          <p:nvPr/>
        </p:nvSpPr>
        <p:spPr>
          <a:xfrm>
            <a:off x="7475621" y="4463715"/>
            <a:ext cx="3577389" cy="1548063"/>
          </a:xfrm>
          <a:prstGeom prst="roundRect">
            <a:avLst/>
          </a:prstGeom>
          <a:solidFill>
            <a:srgbClr val="CCCCFF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— Payment: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1:M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student can make many payments.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1E5BDD-DE11-4B33-87E8-62D5070549B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044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989EB3F-C7FA-B20F-72B2-44B880050A0D}"/>
              </a:ext>
            </a:extLst>
          </p:cNvPr>
          <p:cNvSpPr/>
          <p:nvPr/>
        </p:nvSpPr>
        <p:spPr>
          <a:xfrm>
            <a:off x="1203158" y="2117558"/>
            <a:ext cx="3577389" cy="1548063"/>
          </a:xfrm>
          <a:prstGeom prst="roundRect">
            <a:avLst/>
          </a:prstGeom>
          <a:solidFill>
            <a:srgbClr val="CCCCFF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Allocation — Payment: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1:M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allocation can have many payment records</a:t>
            </a:r>
            <a:r>
              <a:rPr lang="en-IN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FB29D7E-E443-C813-CD4B-D7E4AB29A3D8}"/>
              </a:ext>
            </a:extLst>
          </p:cNvPr>
          <p:cNvSpPr/>
          <p:nvPr/>
        </p:nvSpPr>
        <p:spPr>
          <a:xfrm>
            <a:off x="4307305" y="3320716"/>
            <a:ext cx="3577389" cy="1548063"/>
          </a:xfrm>
          <a:prstGeom prst="roundRect">
            <a:avLst/>
          </a:prstGeom>
          <a:solidFill>
            <a:srgbClr val="CCCCFF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—  Hostel: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M:1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students can belong to one hostel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E2A0EA2-8BA7-089F-273A-3156CC37B4AA}"/>
              </a:ext>
            </a:extLst>
          </p:cNvPr>
          <p:cNvSpPr/>
          <p:nvPr/>
        </p:nvSpPr>
        <p:spPr>
          <a:xfrm>
            <a:off x="7475621" y="4463715"/>
            <a:ext cx="3577389" cy="1548063"/>
          </a:xfrm>
          <a:prstGeom prst="roundRect">
            <a:avLst/>
          </a:prstGeom>
          <a:solidFill>
            <a:srgbClr val="CCCCFF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Room — Warden: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M:1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rooms can be managed by one warden.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0D66C0-6E06-E5FA-5E42-7CB4B8696DB6}"/>
              </a:ext>
            </a:extLst>
          </p:cNvPr>
          <p:cNvSpPr txBox="1"/>
          <p:nvPr/>
        </p:nvSpPr>
        <p:spPr>
          <a:xfrm>
            <a:off x="4959188" y="1046817"/>
            <a:ext cx="609382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Cardinality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A0D0D1-7280-2DEF-1E25-B60C27AD489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245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BD8107-F7EA-B493-F13C-8B488DAD7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470" y="1143371"/>
            <a:ext cx="9707934" cy="55198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A782CA-77DC-6EE4-253D-2EA2053B3B9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DB86EB-06B0-00A7-6157-7FA0608DD140}"/>
              </a:ext>
            </a:extLst>
          </p:cNvPr>
          <p:cNvSpPr txBox="1"/>
          <p:nvPr/>
        </p:nvSpPr>
        <p:spPr>
          <a:xfrm>
            <a:off x="4476026" y="336633"/>
            <a:ext cx="27783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- DIAGRAM</a:t>
            </a:r>
          </a:p>
        </p:txBody>
      </p:sp>
    </p:spTree>
    <p:extLst>
      <p:ext uri="{BB962C8B-B14F-4D97-AF65-F5344CB8AC3E}">
        <p14:creationId xmlns:p14="http://schemas.microsoft.com/office/powerpoint/2010/main" val="2149857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C5B8E55-666F-9456-867C-9A013CBC52AB}"/>
              </a:ext>
            </a:extLst>
          </p:cNvPr>
          <p:cNvSpPr txBox="1"/>
          <p:nvPr/>
        </p:nvSpPr>
        <p:spPr>
          <a:xfrm>
            <a:off x="505088" y="1511756"/>
            <a:ext cx="22072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Hostel Table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087C88-D6EE-2607-0ECB-91970833C94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9835B8-71CA-437E-1950-E47963FE5B0A}"/>
              </a:ext>
            </a:extLst>
          </p:cNvPr>
          <p:cNvSpPr txBox="1"/>
          <p:nvPr/>
        </p:nvSpPr>
        <p:spPr>
          <a:xfrm>
            <a:off x="746528" y="2615193"/>
            <a:ext cx="447929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HOSTELS11 (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Hostel_ID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VARCHAR2(10) PRIMARY KEY,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Block_Name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VARCHAR2(50) NOT NULL,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Location VARCHAR2(100)</a:t>
            </a:r>
          </a:p>
          <a:p>
            <a:r>
              <a:rPr lang="en-US" sz="1600" dirty="0"/>
              <a:t>);</a:t>
            </a: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56CD05-1B53-8C21-86CE-484BB6D31437}"/>
              </a:ext>
            </a:extLst>
          </p:cNvPr>
          <p:cNvSpPr txBox="1"/>
          <p:nvPr/>
        </p:nvSpPr>
        <p:spPr>
          <a:xfrm>
            <a:off x="4389120" y="284480"/>
            <a:ext cx="35713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 CREATION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6E3B80-C0C7-C0BF-9A1C-341388423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9294" y="1258679"/>
            <a:ext cx="2934386" cy="4340641"/>
          </a:xfrm>
          <a:prstGeom prst="rect">
            <a:avLst/>
          </a:prstGeom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F4B50BF8-C752-2B24-6F61-B00BD68F89B5}"/>
              </a:ext>
            </a:extLst>
          </p:cNvPr>
          <p:cNvSpPr txBox="1"/>
          <p:nvPr/>
        </p:nvSpPr>
        <p:spPr>
          <a:xfrm>
            <a:off x="505088" y="4030965"/>
            <a:ext cx="4895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Table Name: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STUDENT_HOSTEL </a:t>
            </a: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DA087340-FF6B-9DAB-4897-FA9E3341E79D}"/>
              </a:ext>
            </a:extLst>
          </p:cNvPr>
          <p:cNvSpPr txBox="1"/>
          <p:nvPr/>
        </p:nvSpPr>
        <p:spPr>
          <a:xfrm>
            <a:off x="958841" y="4667170"/>
            <a:ext cx="32262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Student_ID,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Hostel_ID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STUDENTS11;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025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BCE7DB-E96B-BD20-DCFA-5632A1666822}"/>
              </a:ext>
            </a:extLst>
          </p:cNvPr>
          <p:cNvSpPr txBox="1"/>
          <p:nvPr/>
        </p:nvSpPr>
        <p:spPr>
          <a:xfrm>
            <a:off x="717184" y="1304870"/>
            <a:ext cx="242225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Warden Table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7A1C97-A978-4B08-5F48-48DE261F1F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49A3CF-2F02-F14C-F31C-6FBE18AD5511}"/>
              </a:ext>
            </a:extLst>
          </p:cNvPr>
          <p:cNvSpPr txBox="1"/>
          <p:nvPr/>
        </p:nvSpPr>
        <p:spPr>
          <a:xfrm>
            <a:off x="1348632" y="2083752"/>
            <a:ext cx="4296817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WARDENS11 (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Warden_ID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 PRIMARY KEY,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Warden_Name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VARCHAR2(100) NOT NULL,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Phone VARCHAR2(15),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Email VARCHAR2(100)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8C5C29-5A8C-F347-8A49-DEC361227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9950" y="1551091"/>
            <a:ext cx="2254366" cy="22861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2827DE-A173-16E1-670F-4AB789AB15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6386" y="3837208"/>
            <a:ext cx="1854295" cy="1759040"/>
          </a:xfrm>
          <a:prstGeom prst="rect">
            <a:avLst/>
          </a:prstGeom>
        </p:spPr>
      </p:pic>
      <p:sp>
        <p:nvSpPr>
          <p:cNvPr id="2" name="TextBox 9">
            <a:extLst>
              <a:ext uri="{FF2B5EF4-FFF2-40B4-BE49-F238E27FC236}">
                <a16:creationId xmlns:a16="http://schemas.microsoft.com/office/drawing/2014/main" id="{D6F39288-D30E-DB77-D647-0185D9B9AA5D}"/>
              </a:ext>
            </a:extLst>
          </p:cNvPr>
          <p:cNvSpPr txBox="1"/>
          <p:nvPr/>
        </p:nvSpPr>
        <p:spPr>
          <a:xfrm>
            <a:off x="717184" y="3861932"/>
            <a:ext cx="4595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Table Name: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ROOM_WARDEN</a:t>
            </a: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EDDA8511-D0BC-7095-A4CA-69600ED4C98A}"/>
              </a:ext>
            </a:extLst>
          </p:cNvPr>
          <p:cNvSpPr txBox="1"/>
          <p:nvPr/>
        </p:nvSpPr>
        <p:spPr>
          <a:xfrm>
            <a:off x="1137684" y="4414357"/>
            <a:ext cx="31907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Warden_ID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ROOMS11;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231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222340-3D22-3931-4F4C-CA7635DE6D81}"/>
              </a:ext>
            </a:extLst>
          </p:cNvPr>
          <p:cNvSpPr txBox="1"/>
          <p:nvPr/>
        </p:nvSpPr>
        <p:spPr>
          <a:xfrm>
            <a:off x="116840" y="1375057"/>
            <a:ext cx="288377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table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1A1CA8-B604-CB49-43CA-44524D1B3F3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35B92D-A18C-C758-8483-B00F214434A8}"/>
              </a:ext>
            </a:extLst>
          </p:cNvPr>
          <p:cNvSpPr txBox="1"/>
          <p:nvPr/>
        </p:nvSpPr>
        <p:spPr>
          <a:xfrm>
            <a:off x="379236" y="2277570"/>
            <a:ext cx="3889727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STUDENTS11 (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Student_ID NUMBER PRIMARY KEY,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Student_Name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VARCHAR2(100) NOT NULL,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Phone VARCHAR2(15),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Email VARCHAR2(100),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Department VARCHAR2(50),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Street VARCHAR2(100),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City VARCHAR2(50),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Pincode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VARCHAR2(10),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Hostel_ID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VARCHAR2(10),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FOREIGN KEY (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Hostel_ID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REFERENCES HOSTELS11(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Hostel_ID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A60962-1254-D87E-F754-09C3ADFA9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628" y="523623"/>
            <a:ext cx="6502734" cy="25803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261D4C-7A67-C15D-73B2-86F22F27E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7619" y="3103966"/>
            <a:ext cx="1962251" cy="19050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E84901-5C25-74F0-C4F0-255E74EE19AE}"/>
              </a:ext>
            </a:extLst>
          </p:cNvPr>
          <p:cNvSpPr txBox="1"/>
          <p:nvPr/>
        </p:nvSpPr>
        <p:spPr>
          <a:xfrm>
            <a:off x="4201776" y="5810506"/>
            <a:ext cx="75964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Student_ID,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Payment_Date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Amount,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Payment_Status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PAYMENTS11;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0C7970-149F-2D6C-0053-3345919974A1}"/>
              </a:ext>
            </a:extLst>
          </p:cNvPr>
          <p:cNvSpPr txBox="1"/>
          <p:nvPr/>
        </p:nvSpPr>
        <p:spPr>
          <a:xfrm>
            <a:off x="4201776" y="5328772"/>
            <a:ext cx="50350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Table Name: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STUDENT_PAYMENT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3872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7DE56B-1E9E-A65D-2060-A94B58E4FA31}"/>
              </a:ext>
            </a:extLst>
          </p:cNvPr>
          <p:cNvSpPr txBox="1"/>
          <p:nvPr/>
        </p:nvSpPr>
        <p:spPr>
          <a:xfrm>
            <a:off x="616848" y="1483147"/>
            <a:ext cx="22072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Table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7293FF-169D-7EC7-295F-8E442114D1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F8FAD6-8D14-9511-3A47-702238345248}"/>
              </a:ext>
            </a:extLst>
          </p:cNvPr>
          <p:cNvSpPr txBox="1"/>
          <p:nvPr/>
        </p:nvSpPr>
        <p:spPr>
          <a:xfrm>
            <a:off x="1037590" y="2293270"/>
            <a:ext cx="3998980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ROOMS11 (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 PRIMARY KEY,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Room_Type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VARCHAR2(20),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Room_Status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VARCHAR2(20),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Capacity NUMBER,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Warden_ID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NUMBER,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FOREIGN KEY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Warden_ID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REFERENCES WARDENS11(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Warden_ID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D7DC63-D1DD-C581-1185-EE7A6A7EF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609" y="964987"/>
            <a:ext cx="6502734" cy="25803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4C206D-9EF7-6FD7-2998-9972A3588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8320" y="3545330"/>
            <a:ext cx="1854295" cy="1759040"/>
          </a:xfrm>
          <a:prstGeom prst="rect">
            <a:avLst/>
          </a:prstGeom>
        </p:spPr>
      </p:pic>
      <p:sp>
        <p:nvSpPr>
          <p:cNvPr id="8" name="TextBox 9">
            <a:extLst>
              <a:ext uri="{FF2B5EF4-FFF2-40B4-BE49-F238E27FC236}">
                <a16:creationId xmlns:a16="http://schemas.microsoft.com/office/drawing/2014/main" id="{53267EA2-A26B-862B-4EC9-2D4B4DE87497}"/>
              </a:ext>
            </a:extLst>
          </p:cNvPr>
          <p:cNvSpPr txBox="1"/>
          <p:nvPr/>
        </p:nvSpPr>
        <p:spPr>
          <a:xfrm>
            <a:off x="616848" y="5119704"/>
            <a:ext cx="5064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Table Name: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ROOM_ALLOCATION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EA91D4BB-97F9-46B0-2566-B74F9CB5E2CD}"/>
              </a:ext>
            </a:extLst>
          </p:cNvPr>
          <p:cNvSpPr txBox="1"/>
          <p:nvPr/>
        </p:nvSpPr>
        <p:spPr>
          <a:xfrm>
            <a:off x="896614" y="5612146"/>
            <a:ext cx="62508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Allocation_ID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Student_ID,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Allocation_Date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ALLOCATIONS11;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231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7FB36D-A934-3061-077F-DB382D1EA695}"/>
              </a:ext>
            </a:extLst>
          </p:cNvPr>
          <p:cNvSpPr txBox="1"/>
          <p:nvPr/>
        </p:nvSpPr>
        <p:spPr>
          <a:xfrm>
            <a:off x="596528" y="1406350"/>
            <a:ext cx="286803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Allocation Table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8476B6-F98B-2FF3-946D-1B1090D321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77106B-F1DE-62FD-6682-D7D647EC0B87}"/>
              </a:ext>
            </a:extLst>
          </p:cNvPr>
          <p:cNvSpPr txBox="1"/>
          <p:nvPr/>
        </p:nvSpPr>
        <p:spPr>
          <a:xfrm>
            <a:off x="1053126" y="2106774"/>
            <a:ext cx="410439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ALLOCATIONS11 (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Allocation_ID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 PRIMARY KEY,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Allocation_Date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DATE,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Student_ID NUMBER,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NUMBER,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FOREIGN KEY (Student_ID)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REFERENCES STUDENTS11(Student_ID),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FOREIGN KEY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REFERENCES ROOMS11(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E935BC-442D-77EE-782C-531ECB1E6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55" y="964987"/>
            <a:ext cx="6502734" cy="25803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1B0C18-37EB-00B2-0FE2-F96384416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6675" y="3357880"/>
            <a:ext cx="2800494" cy="219721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D60A511-B474-08A0-47E9-C76082D5CE18}"/>
              </a:ext>
            </a:extLst>
          </p:cNvPr>
          <p:cNvSpPr txBox="1"/>
          <p:nvPr/>
        </p:nvSpPr>
        <p:spPr>
          <a:xfrm>
            <a:off x="596528" y="4992411"/>
            <a:ext cx="542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Table Name: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STUDENT_ALLOCATION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6DC960-9344-ED1C-8824-5F1AD5F70FAA}"/>
              </a:ext>
            </a:extLst>
          </p:cNvPr>
          <p:cNvSpPr txBox="1"/>
          <p:nvPr/>
        </p:nvSpPr>
        <p:spPr>
          <a:xfrm>
            <a:off x="1018721" y="5471426"/>
            <a:ext cx="32262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Student_ID,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Hostel_ID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STUDENTS11;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201E54D7-782D-790F-D452-46347CD84B6D}"/>
              </a:ext>
            </a:extLst>
          </p:cNvPr>
          <p:cNvSpPr txBox="1"/>
          <p:nvPr/>
        </p:nvSpPr>
        <p:spPr>
          <a:xfrm>
            <a:off x="4840083" y="5794591"/>
            <a:ext cx="62508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Student_ID,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Allocation_ID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Allocation_Date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ALLOCATIONS11;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198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6B26CD-E177-79F6-261A-5AD234B1DE96}"/>
              </a:ext>
            </a:extLst>
          </p:cNvPr>
          <p:cNvSpPr txBox="1"/>
          <p:nvPr/>
        </p:nvSpPr>
        <p:spPr>
          <a:xfrm>
            <a:off x="523521" y="1548712"/>
            <a:ext cx="277413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table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569258-1EED-8C47-D413-EE9E4DB6551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0783D8-7D04-14A2-5E8F-2A7E08BBCA39}"/>
              </a:ext>
            </a:extLst>
          </p:cNvPr>
          <p:cNvSpPr txBox="1"/>
          <p:nvPr/>
        </p:nvSpPr>
        <p:spPr>
          <a:xfrm>
            <a:off x="985339" y="2262301"/>
            <a:ext cx="405309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PAYMENTS11 (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 PRIMARY KEY,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Student_ID NUMBER,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Payment_Date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DATE,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Amount NUMBER(10,2),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Payment_Status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VARCHAR2(20),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FOREIGN KEY (Student_ID)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REFERENCES STUDENTS11(Student_ID)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8893FF-F4EB-D342-8586-62E414C58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243" y="466672"/>
            <a:ext cx="3775684" cy="29623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22524E-C613-899C-410D-9A4FE78BD437}"/>
              </a:ext>
            </a:extLst>
          </p:cNvPr>
          <p:cNvSpPr txBox="1"/>
          <p:nvPr/>
        </p:nvSpPr>
        <p:spPr>
          <a:xfrm>
            <a:off x="6096000" y="3530918"/>
            <a:ext cx="5432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Table Name: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ALLOCATION_PAYMENT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A6F28A-32D7-3C51-F303-FB7B5EB61B3E}"/>
              </a:ext>
            </a:extLst>
          </p:cNvPr>
          <p:cNvSpPr txBox="1"/>
          <p:nvPr/>
        </p:nvSpPr>
        <p:spPr>
          <a:xfrm>
            <a:off x="6510243" y="3972879"/>
            <a:ext cx="496179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a.Allocation_ID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a.Student_ID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a.Room_ID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p.Payment_ID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p.Payment_Date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p.Amount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p.Payment_Status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ALLOCATIONS11 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PAYMENTS11 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a.Student_ID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p.Student_ID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06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F5CE9D-EC95-D5CD-1D70-C8B7723141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745B81-862E-4BB8-AF8B-C57F15175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554" y="2159291"/>
            <a:ext cx="4250766" cy="12697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F5CE9D-EC95-D5CD-1D70-C8B7723141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sp>
        <p:nvSpPr>
          <p:cNvPr id="11" name="TextBox 1">
            <a:extLst>
              <a:ext uri="{FF2B5EF4-FFF2-40B4-BE49-F238E27FC236}">
                <a16:creationId xmlns:a16="http://schemas.microsoft.com/office/drawing/2014/main" id="{DF1457C3-0A00-3BCA-DCF8-55FCCC73AC62}"/>
              </a:ext>
            </a:extLst>
          </p:cNvPr>
          <p:cNvSpPr txBox="1"/>
          <p:nvPr/>
        </p:nvSpPr>
        <p:spPr>
          <a:xfrm>
            <a:off x="426720" y="1104152"/>
            <a:ext cx="2337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Hostel Table Output: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FF856A7E-CBCB-3FE0-3F0E-C226EC909E2F}"/>
              </a:ext>
            </a:extLst>
          </p:cNvPr>
          <p:cNvSpPr txBox="1"/>
          <p:nvPr/>
        </p:nvSpPr>
        <p:spPr>
          <a:xfrm>
            <a:off x="5344160" y="1104152"/>
            <a:ext cx="503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Table Output: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STUDENT_HOSTEL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05EC8DC-EBEC-2232-FBA2-65B7788777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240" y="1640116"/>
            <a:ext cx="2025754" cy="343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3952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4FC383-7564-5AEA-B4B9-A88E865FED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27B6ABA-B13D-3836-FE30-DCD2ADB57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252" y="2101611"/>
            <a:ext cx="4682412" cy="18404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4FC383-7564-5AEA-B4B9-A88E865FED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D5FED5F7-DF09-28D7-6117-CA6BF64A693F}"/>
              </a:ext>
            </a:extLst>
          </p:cNvPr>
          <p:cNvSpPr txBox="1"/>
          <p:nvPr/>
        </p:nvSpPr>
        <p:spPr>
          <a:xfrm>
            <a:off x="396240" y="1415962"/>
            <a:ext cx="2451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Warden Table Output: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58A88141-4A47-8EEF-5649-6962D617C1B8}"/>
              </a:ext>
            </a:extLst>
          </p:cNvPr>
          <p:cNvSpPr txBox="1"/>
          <p:nvPr/>
        </p:nvSpPr>
        <p:spPr>
          <a:xfrm>
            <a:off x="6096000" y="1415962"/>
            <a:ext cx="4705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Table Output: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ROOM_WARDEN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07B0A2-8CB4-5E75-96A7-F642C0944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5633" y="2133533"/>
            <a:ext cx="2926174" cy="207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286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BC7445-AB5A-8CD3-EE7B-CD2CBCCF9B0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E41FF2E-E0E9-A890-317B-A16B47179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99" y="1740933"/>
            <a:ext cx="4777626" cy="30749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BC7445-AB5A-8CD3-EE7B-CD2CBCCF9B0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AE1D6067-C1D7-61D7-1241-BF99B1AA9E34}"/>
              </a:ext>
            </a:extLst>
          </p:cNvPr>
          <p:cNvSpPr txBox="1"/>
          <p:nvPr/>
        </p:nvSpPr>
        <p:spPr>
          <a:xfrm>
            <a:off x="396240" y="1155449"/>
            <a:ext cx="2474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Table Output: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4C279383-FB47-2195-18B6-7DEF0AF251A1}"/>
              </a:ext>
            </a:extLst>
          </p:cNvPr>
          <p:cNvSpPr txBox="1"/>
          <p:nvPr/>
        </p:nvSpPr>
        <p:spPr>
          <a:xfrm>
            <a:off x="6096000" y="1155449"/>
            <a:ext cx="51760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Table Output: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STUDENT_PAYMENT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BB2B60-C4FF-06B3-C4F4-5EDAA046C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1" y="1675487"/>
            <a:ext cx="5031570" cy="314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4546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87A2E6-8190-73D0-E4B3-42EC1CEF82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9A003EA-4D4A-2021-4D83-EA4122CEA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999" y="1999775"/>
            <a:ext cx="4698602" cy="18055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87A2E6-8190-73D0-E4B3-42EC1CEF82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DE90B1FD-BE11-60ED-0F81-6FDF102D73DB}"/>
              </a:ext>
            </a:extLst>
          </p:cNvPr>
          <p:cNvSpPr txBox="1"/>
          <p:nvPr/>
        </p:nvSpPr>
        <p:spPr>
          <a:xfrm>
            <a:off x="701040" y="1381760"/>
            <a:ext cx="2259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Table Output: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8864FBD6-7B2B-859C-9863-2DCD063B6661}"/>
              </a:ext>
            </a:extLst>
          </p:cNvPr>
          <p:cNvSpPr txBox="1"/>
          <p:nvPr/>
        </p:nvSpPr>
        <p:spPr>
          <a:xfrm>
            <a:off x="6096000" y="1381760"/>
            <a:ext cx="520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Table Output: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ROOM_ALLOCATION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D1DCFD-9213-E00D-CE73-7A705E7A1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352" y="2059764"/>
            <a:ext cx="4597636" cy="341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743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6E9DE4-92D4-BEA4-B021-7FCEBC8F4B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17C310E-B703-8B8B-CFC1-CFA2B67DB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20" y="1558265"/>
            <a:ext cx="4233333" cy="47433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66E9DE4-92D4-BEA4-B021-7FCEBC8F4B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DA16E2D8-F145-49B1-56F0-AFF90C52D8F4}"/>
              </a:ext>
            </a:extLst>
          </p:cNvPr>
          <p:cNvSpPr txBox="1"/>
          <p:nvPr/>
        </p:nvSpPr>
        <p:spPr>
          <a:xfrm>
            <a:off x="395934" y="1076960"/>
            <a:ext cx="2715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Allocation Table Output: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FD3873D-149E-7C94-78BA-BA87F11E3BEB}"/>
              </a:ext>
            </a:extLst>
          </p:cNvPr>
          <p:cNvSpPr txBox="1"/>
          <p:nvPr/>
        </p:nvSpPr>
        <p:spPr>
          <a:xfrm>
            <a:off x="5344160" y="1104152"/>
            <a:ext cx="556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Table Output: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STUDENT_ALLOCATION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ACE6D3-3BF2-4D4D-D7F0-6E38DD810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1427" y="1835697"/>
            <a:ext cx="4578585" cy="34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9732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1DD3BF-237E-D25B-24C1-7721112A07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56BE979-25BD-9714-3986-29CC0901B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470" y="1781785"/>
            <a:ext cx="4381500" cy="41655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A1DD3BF-237E-D25B-24C1-7721112A07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7765C422-15FC-BA3F-B237-3DEC3EC07913}"/>
              </a:ext>
            </a:extLst>
          </p:cNvPr>
          <p:cNvSpPr txBox="1"/>
          <p:nvPr/>
        </p:nvSpPr>
        <p:spPr>
          <a:xfrm>
            <a:off x="477520" y="1188720"/>
            <a:ext cx="2562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Table Output: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5E5F83CE-CA7B-062D-D4EC-502B77610B9B}"/>
              </a:ext>
            </a:extLst>
          </p:cNvPr>
          <p:cNvSpPr txBox="1"/>
          <p:nvPr/>
        </p:nvSpPr>
        <p:spPr>
          <a:xfrm>
            <a:off x="6004560" y="1188720"/>
            <a:ext cx="605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Table Output: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ALLOCATION_PAYMENT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A58E89-5329-8F5A-3B2A-7E84171E8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854" y="1981200"/>
            <a:ext cx="5434239" cy="247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8862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7C4FA0-EEA1-585B-C617-BA682E89979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1C176E-1DA3-541A-B890-45599880D61B}"/>
              </a:ext>
            </a:extLst>
          </p:cNvPr>
          <p:cNvSpPr txBox="1"/>
          <p:nvPr/>
        </p:nvSpPr>
        <p:spPr>
          <a:xfrm>
            <a:off x="1046927" y="2783618"/>
            <a:ext cx="42203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NULL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VARCHAR2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NUMBER(10,2)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34F5A0-1DD2-81B1-81EF-4A45BDD52F49}"/>
              </a:ext>
            </a:extLst>
          </p:cNvPr>
          <p:cNvSpPr txBox="1"/>
          <p:nvPr/>
        </p:nvSpPr>
        <p:spPr>
          <a:xfrm>
            <a:off x="3171685" y="523623"/>
            <a:ext cx="777187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KEYS, FOREIGN KEYS &amp; CONSTRAINTS</a:t>
            </a:r>
          </a:p>
          <a:p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8E0FED-5279-2B90-8D93-23025AD4961D}"/>
              </a:ext>
            </a:extLst>
          </p:cNvPr>
          <p:cNvSpPr txBox="1"/>
          <p:nvPr/>
        </p:nvSpPr>
        <p:spPr>
          <a:xfrm>
            <a:off x="1140489" y="1487329"/>
            <a:ext cx="2889381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HOSTELS11 →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Hostel_ID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WARDENS11 →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Warden_ID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STUDENTS11 → Student_ID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ROOMS11 →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ALLOCATIONS11 →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Allocation_ID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PAYMENTS11 →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Payment_ID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84ABEE-89AB-2209-8418-963B7614BC42}"/>
              </a:ext>
            </a:extLst>
          </p:cNvPr>
          <p:cNvSpPr txBox="1"/>
          <p:nvPr/>
        </p:nvSpPr>
        <p:spPr>
          <a:xfrm>
            <a:off x="5553683" y="1703709"/>
            <a:ext cx="469436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STUDENTS11.Hostel_ID → HOSTELS11.Hostel_ID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ROOMS11.Warden_ID → WARDENS11.Warden_ID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ALLOCATIONS11.Student_ID → STUDENTS11.Student_ID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ALLOCATIONS11.Room_ID → ROOMS11.Room_ID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PAYMENTS11.Student_ID → STUDENTS11.Student_ID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1947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6C6154-036A-09E3-3B3B-6857069837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973506-5AED-A407-D9D7-9AF377C335C1}"/>
              </a:ext>
            </a:extLst>
          </p:cNvPr>
          <p:cNvSpPr txBox="1"/>
          <p:nvPr/>
        </p:nvSpPr>
        <p:spPr>
          <a:xfrm>
            <a:off x="3140434" y="186966"/>
            <a:ext cx="609382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45D033-F5DF-42CD-8528-7C793672B771}"/>
              </a:ext>
            </a:extLst>
          </p:cNvPr>
          <p:cNvSpPr txBox="1"/>
          <p:nvPr/>
        </p:nvSpPr>
        <p:spPr>
          <a:xfrm>
            <a:off x="507767" y="1182719"/>
            <a:ext cx="6093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1.Basic Queries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CACD97-92D9-C0D7-51C2-F0676FF3F0E3}"/>
              </a:ext>
            </a:extLst>
          </p:cNvPr>
          <p:cNvSpPr txBox="1"/>
          <p:nvPr/>
        </p:nvSpPr>
        <p:spPr>
          <a:xfrm>
            <a:off x="655323" y="1965016"/>
            <a:ext cx="289935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1: Display all students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&gt; SELECT * FROM STUDENTS11;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167CDE-E856-0E6F-0780-11D3771A4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879" y="1182719"/>
            <a:ext cx="7782561" cy="4869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166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3BF46A-36CF-1503-C438-F2A6222237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C49CC94-D2EB-2A59-5286-2C01E070349E}"/>
              </a:ext>
            </a:extLst>
          </p:cNvPr>
          <p:cNvSpPr txBox="1"/>
          <p:nvPr/>
        </p:nvSpPr>
        <p:spPr>
          <a:xfrm>
            <a:off x="764152" y="1767007"/>
            <a:ext cx="4519186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2: Display students belonging to CSE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Student_Name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STUDENTS11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Department='CSE';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3CA5E5-47D9-C500-B2DD-237E54BCD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880" y="2092747"/>
            <a:ext cx="2651759" cy="3393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4828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1C400-FC85-891D-6333-24A56EA4F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F5C5F8-12AD-E900-A76A-627EEC6EE5A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5AFCC4-D2AE-3D8F-272C-4E43272BA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600" y="1465492"/>
            <a:ext cx="2479040" cy="34621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60F516-9659-374D-B267-723EB160B7A6}"/>
              </a:ext>
            </a:extLst>
          </p:cNvPr>
          <p:cNvSpPr txBox="1"/>
          <p:nvPr/>
        </p:nvSpPr>
        <p:spPr>
          <a:xfrm>
            <a:off x="822960" y="1574979"/>
            <a:ext cx="53848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3: Write a query to display the student names along with their room numbers.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s.Student_Name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a.Room_ID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STUDENTS11 s, ALLOCATIONS11 a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s.Student_ID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a.Student_ID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88623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2CC40-07F7-FBBA-410E-08074F576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AE229E-4D15-6922-DD5D-28F42742762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3602DE-50C8-953D-8BA2-F9F26358E1EB}"/>
              </a:ext>
            </a:extLst>
          </p:cNvPr>
          <p:cNvSpPr txBox="1"/>
          <p:nvPr/>
        </p:nvSpPr>
        <p:spPr>
          <a:xfrm>
            <a:off x="1220470" y="1615440"/>
            <a:ext cx="37185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4: Write a query to display student names along with their payment status.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s.Student_Name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p.Payment_Status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STUDENTS11 s, PAYMENTS11 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s.Student_ID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p.Student_ID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540C79-EAF2-FB68-0775-F583C205B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881" y="1615440"/>
            <a:ext cx="2654436" cy="337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7893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BF1C7-CEBD-45C5-CD70-C2F249877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8B7E68-8178-C73F-4F04-8E9D97EC31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D03870-4D48-EE48-6CB3-8E448D8D6788}"/>
              </a:ext>
            </a:extLst>
          </p:cNvPr>
          <p:cNvSpPr txBox="1"/>
          <p:nvPr/>
        </p:nvSpPr>
        <p:spPr>
          <a:xfrm>
            <a:off x="1075153" y="1863636"/>
            <a:ext cx="4114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5: Write a query to display the details of AC rooms.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Room_Type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Room_Status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Capacity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ROOMS11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Room_Type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='AC';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8EA445-F11D-A607-A174-794E40763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159" y="2230317"/>
            <a:ext cx="3867349" cy="129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5840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1AC12-9525-A357-857C-18FE7047A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3B3BA8-5DAC-462B-36D0-7911C0EBB2A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E9DF014-C14E-54B0-2C4E-8E98CD659D7F}"/>
              </a:ext>
            </a:extLst>
          </p:cNvPr>
          <p:cNvSpPr txBox="1"/>
          <p:nvPr/>
        </p:nvSpPr>
        <p:spPr>
          <a:xfrm>
            <a:off x="1220470" y="1828800"/>
            <a:ext cx="35763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6: Write a query to find the names of students staying in hostel H01.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STUDENTS11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Hostel_ID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='H01';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2BDF76-FEC6-175F-C7A7-F0C8D13FD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914" y="1828800"/>
            <a:ext cx="2268286" cy="266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9535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820B0-FF6A-9ACC-2A3F-3B5E67C27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582582-24E5-4B7B-6E86-67824146A80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0C0FF25-B988-A446-A507-B2CA7E3AE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572" y="1517243"/>
            <a:ext cx="1930468" cy="44697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C42701-0E26-C4EC-FDB7-44FF42FF9D3D}"/>
              </a:ext>
            </a:extLst>
          </p:cNvPr>
          <p:cNvSpPr txBox="1"/>
          <p:nvPr/>
        </p:nvSpPr>
        <p:spPr>
          <a:xfrm>
            <a:off x="1005840" y="1767840"/>
            <a:ext cx="47853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7: Write a query to display student names in ascending order.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STUDENTS11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1376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CE5E8-CECA-6A26-B6D6-263CA1C19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32C107-B2CD-EBD3-B8CA-14E0B28233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8BAFD6-D0C8-52A8-F684-80F032DFF51D}"/>
              </a:ext>
            </a:extLst>
          </p:cNvPr>
          <p:cNvSpPr txBox="1"/>
          <p:nvPr/>
        </p:nvSpPr>
        <p:spPr>
          <a:xfrm>
            <a:off x="4439920" y="503322"/>
            <a:ext cx="31682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QURIES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BAAFBC-32D7-7771-3689-C137B3433A6E}"/>
              </a:ext>
            </a:extLst>
          </p:cNvPr>
          <p:cNvSpPr txBox="1"/>
          <p:nvPr/>
        </p:nvSpPr>
        <p:spPr>
          <a:xfrm>
            <a:off x="1042610" y="1778934"/>
            <a:ext cx="462030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1: Write a query to find the names of students who are allocated to Room 201.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s.Student_Name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STUDENTS11 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s.Student_ID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a.Student_ID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FROM ALLOCATIONS11 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a.Room_ID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=201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8F4F33-58DE-DEE5-8E9D-1D502DBA8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046" y="2365251"/>
            <a:ext cx="2521534" cy="169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3953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0ED56-9152-A1DF-06B5-E32D35968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1CCBA2-3B98-DAD7-9DF1-5D64C4BE73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BED608-4AC1-F989-1765-EAE625E22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540" y="1759353"/>
            <a:ext cx="2433386" cy="40165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964FAE-DA3A-67E5-6660-C9D03D2174CF}"/>
              </a:ext>
            </a:extLst>
          </p:cNvPr>
          <p:cNvSpPr txBox="1"/>
          <p:nvPr/>
        </p:nvSpPr>
        <p:spPr>
          <a:xfrm>
            <a:off x="1315037" y="1759353"/>
            <a:ext cx="4562146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2: Write a query to find the names of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who are not allocated to Room 201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s.Student_Name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STUDENTS11 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s.Student_ID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 IN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a.Student_ID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FROM ALLOCATIONS11 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a.Room_ID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=201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1293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940E0-96E6-0889-6124-C0A40A1C2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44DCCD-AF8D-E5C6-8D2A-5D50C6D8E7D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8C1926-A706-824C-5DFB-3CE8CF797596}"/>
              </a:ext>
            </a:extLst>
          </p:cNvPr>
          <p:cNvSpPr txBox="1"/>
          <p:nvPr/>
        </p:nvSpPr>
        <p:spPr>
          <a:xfrm>
            <a:off x="1220470" y="1402080"/>
            <a:ext cx="51206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3:Write a query to find the names of students who are staying in AC rooms.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s.Student_Name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STUDENTS11 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s.Student_ID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a.Student_ID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FROM ALLOCATIONS11 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a.Room_ID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r.Room_ID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FROM ROOMS11 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r.Room_Type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='AC'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9BB502-A382-B214-CF59-B94C9E1AE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5841" y="1869730"/>
            <a:ext cx="1920240" cy="332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1859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FA863-EF97-7E95-3921-A8D66F42C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4A961F-FFD1-7917-49B7-A64FD28275C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0D40D2-48AB-E9C9-09AD-6FBD244D8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719" y="2112668"/>
            <a:ext cx="2519680" cy="26326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F0AB75-1EE2-3AB8-A32D-C345A1E8F1D0}"/>
              </a:ext>
            </a:extLst>
          </p:cNvPr>
          <p:cNvSpPr txBox="1"/>
          <p:nvPr/>
        </p:nvSpPr>
        <p:spPr>
          <a:xfrm>
            <a:off x="1220470" y="177800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4:Write a query to find the student who paid the highest amount.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s.Student_Name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p.Amount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STUDENTS11 s, PAYMENTS11 p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s.Student_ID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p.Student_ID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p.Amount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&gt;=ALL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SELECT p1.Amount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FROM PAYMENTS11 p1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5266852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21B0D-3B2E-8793-6DB7-B7A48A60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FA26DF-7DEA-0012-259A-A4D18AF9B8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721BAEC-AB42-7DA4-FDC9-CDF7662FE459}"/>
              </a:ext>
            </a:extLst>
          </p:cNvPr>
          <p:cNvSpPr txBox="1"/>
          <p:nvPr/>
        </p:nvSpPr>
        <p:spPr>
          <a:xfrm>
            <a:off x="1135380" y="1443841"/>
            <a:ext cx="4064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5:Write a query to find students who paid more than at least one student who paid ₹40,000.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s.Student_Name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p.Amount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STUDENTS11 s, PAYMENTS11 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s.Student_ID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p.Student_ID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p.Amount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&gt;ANY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SELECT p1.Amount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FROM PAYMENTS11 p1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WHERE p1.Amount=40000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5C9C53-2373-318A-EE64-1CEB23C24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760" y="1292562"/>
            <a:ext cx="3586480" cy="381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0657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9ADBE-CF82-E479-B442-CF5CE362D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69336F-FAF6-ED61-01A0-D74A1633DB3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CE13C2-8F0A-DC15-CDE4-D01661575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0" y="1442507"/>
            <a:ext cx="1828800" cy="33529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DB94DA-0D4E-E451-47CA-C3621BAE329B}"/>
              </a:ext>
            </a:extLst>
          </p:cNvPr>
          <p:cNvSpPr txBox="1"/>
          <p:nvPr/>
        </p:nvSpPr>
        <p:spPr>
          <a:xfrm>
            <a:off x="1220470" y="1442507"/>
            <a:ext cx="44297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6:Write a query to find the names of students who have made a payment.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s.Student_Name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STUDENTS11 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EXISTS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SELECT *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FROM PAYMENTS11 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p.Student_ID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s.Student_ID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0185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D7728-4522-BCCD-274E-183E636E6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4A083F-9BC2-74A3-1A41-2D4D46D0E8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A14FCD-D029-CAFD-B7EE-252C4E2BE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1" y="2456251"/>
            <a:ext cx="4967277" cy="14421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0F4A9D-5090-653C-47DC-7C7DFAD7621D}"/>
              </a:ext>
            </a:extLst>
          </p:cNvPr>
          <p:cNvSpPr txBox="1"/>
          <p:nvPr/>
        </p:nvSpPr>
        <p:spPr>
          <a:xfrm>
            <a:off x="1027122" y="1913156"/>
            <a:ext cx="47345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7:Write a query to find the average payment amount for each department.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s.Department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AVG(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p.Amount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STUDENTS11 s, PAYMENTS11 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s.Student_ID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p.Student_ID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s.Department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390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ED716-F5BB-EB00-0B61-4CF91EE79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57B9AB-DB1F-84A5-289F-0E3C90A3A2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ED66C9-ACE3-7C52-89F1-AEA8E81E3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693" y="2797827"/>
            <a:ext cx="3394053" cy="26886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488B13-45F5-1AA0-0F3D-8551093CFD3E}"/>
              </a:ext>
            </a:extLst>
          </p:cNvPr>
          <p:cNvSpPr txBox="1"/>
          <p:nvPr/>
        </p:nvSpPr>
        <p:spPr>
          <a:xfrm>
            <a:off x="701040" y="1920664"/>
            <a:ext cx="68478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8:Write a query to find the rooms having at least 3 students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a.Room_ID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COUNT(*)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ALLOCATIONS11 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a.Room_ID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COUNT(*)&gt;=3;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3742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86A06E-EFD9-F559-3666-79CCC886081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9B44B0-31E9-6441-BE18-EBBDB30A7901}"/>
              </a:ext>
            </a:extLst>
          </p:cNvPr>
          <p:cNvSpPr txBox="1"/>
          <p:nvPr/>
        </p:nvSpPr>
        <p:spPr>
          <a:xfrm>
            <a:off x="3650826" y="385464"/>
            <a:ext cx="46926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NORMAL 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0E590F-6DE9-7E04-85D7-8E84573017FE}"/>
              </a:ext>
            </a:extLst>
          </p:cNvPr>
          <p:cNvSpPr txBox="1"/>
          <p:nvPr/>
        </p:nvSpPr>
        <p:spPr>
          <a:xfrm>
            <a:off x="5274733" y="257475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FD:-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Student_ID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Student_ID,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Allocation_Date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Warden_Name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ED9C3C-0FE7-FFE3-052C-0A21DB23C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554" y="1314183"/>
            <a:ext cx="6636108" cy="12605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B2E306-4C92-130C-27A5-E5063B0B2478}"/>
              </a:ext>
            </a:extLst>
          </p:cNvPr>
          <p:cNvSpPr txBox="1"/>
          <p:nvPr/>
        </p:nvSpPr>
        <p:spPr>
          <a:xfrm>
            <a:off x="2324100" y="2869132"/>
            <a:ext cx="18897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FIRST( Student_ID,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Allocation_Date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Warden_Name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B4AC6D-C066-5688-3A99-D488CA2FEA49}"/>
              </a:ext>
            </a:extLst>
          </p:cNvPr>
          <p:cNvSpPr txBox="1"/>
          <p:nvPr/>
        </p:nvSpPr>
        <p:spPr>
          <a:xfrm>
            <a:off x="2316480" y="5283200"/>
            <a:ext cx="4651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PRIMARY KEY(Student_ID, Allocation_Date) </a:t>
            </a:r>
          </a:p>
        </p:txBody>
      </p:sp>
    </p:spTree>
    <p:extLst>
      <p:ext uri="{BB962C8B-B14F-4D97-AF65-F5344CB8AC3E}">
        <p14:creationId xmlns:p14="http://schemas.microsoft.com/office/powerpoint/2010/main" val="36709853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468E97-DB9B-E3AC-57AB-F8E55B552AC0}"/>
              </a:ext>
            </a:extLst>
          </p:cNvPr>
          <p:cNvSpPr txBox="1"/>
          <p:nvPr/>
        </p:nvSpPr>
        <p:spPr>
          <a:xfrm>
            <a:off x="1652337" y="1267326"/>
            <a:ext cx="59886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 attributes contain single values.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combined relation is created with a composite primary key.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 and allocation information are stored together.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70C516-BA84-A011-C364-78EC593A54E2}"/>
              </a:ext>
            </a:extLst>
          </p:cNvPr>
          <p:cNvSpPr txBox="1"/>
          <p:nvPr/>
        </p:nvSpPr>
        <p:spPr>
          <a:xfrm>
            <a:off x="1138990" y="2326105"/>
            <a:ext cx="3498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Redundancy / Anomalies in 1NF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DC1798-9264-155E-5FF5-9A3A66964BF0}"/>
              </a:ext>
            </a:extLst>
          </p:cNvPr>
          <p:cNvSpPr txBox="1"/>
          <p:nvPr/>
        </p:nvSpPr>
        <p:spPr>
          <a:xfrm>
            <a:off x="1138990" y="2967789"/>
            <a:ext cx="89202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 information may be repeated for multiple allocation records.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Warden_Name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be repeated for the same room.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Update anomaly may occur when repeated information is changed.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Delete anomaly may occur when deleting an allocation also removes the only stored      information about a student.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Insert anomaly may occur when student information cannot be stored without allocation information.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B1E86C-7989-B168-F036-6A6A15B89F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C6D67F-8829-E4AA-B190-081DF8706A08}"/>
              </a:ext>
            </a:extLst>
          </p:cNvPr>
          <p:cNvSpPr txBox="1"/>
          <p:nvPr/>
        </p:nvSpPr>
        <p:spPr>
          <a:xfrm>
            <a:off x="1318752" y="952074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1NF:</a:t>
            </a:r>
          </a:p>
        </p:txBody>
      </p:sp>
    </p:spTree>
    <p:extLst>
      <p:ext uri="{BB962C8B-B14F-4D97-AF65-F5344CB8AC3E}">
        <p14:creationId xmlns:p14="http://schemas.microsoft.com/office/powerpoint/2010/main" val="41489581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7DAE95-8AFD-F78F-46D2-C94380D06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B95284-5C80-1FE9-78FC-74FE4B9C7015}"/>
              </a:ext>
            </a:extLst>
          </p:cNvPr>
          <p:cNvSpPr txBox="1"/>
          <p:nvPr/>
        </p:nvSpPr>
        <p:spPr>
          <a:xfrm>
            <a:off x="2965518" y="431575"/>
            <a:ext cx="39475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NORMAL FORM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5388F8-FDCE-0566-BA50-4E5798F8E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531" y="1571596"/>
            <a:ext cx="2368672" cy="11240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A7FC24-9C7C-D36A-D8D3-00E2389A57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348" y="3373960"/>
            <a:ext cx="4572235" cy="11113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7529F8-C7DC-9BF0-56C4-A37EF1C99717}"/>
              </a:ext>
            </a:extLst>
          </p:cNvPr>
          <p:cNvSpPr txBox="1"/>
          <p:nvPr/>
        </p:nvSpPr>
        <p:spPr>
          <a:xfrm>
            <a:off x="6096000" y="1373747"/>
            <a:ext cx="53256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STUDENT_2NF_FINAL(Student_ID,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KEY(Student_ID)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ALLOCATION_2NF_FINAL(Student_ID,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Allocation_Date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Warden_Name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KEY(Student_ID,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Allocation_Date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KEY(Student_ID) REFERENCES STUDENT_2NF_FINAL(Student_ID)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53916D-CB6D-B9B4-EDD1-B11DBF01AA64}"/>
              </a:ext>
            </a:extLst>
          </p:cNvPr>
          <p:cNvSpPr txBox="1"/>
          <p:nvPr/>
        </p:nvSpPr>
        <p:spPr>
          <a:xfrm>
            <a:off x="6096000" y="4443663"/>
            <a:ext cx="58528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Student_ID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Student_Name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(Student_ID,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Allocation_Date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Warden_Name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D96409-3BAC-AB7B-A2BA-779B100AD348}"/>
              </a:ext>
            </a:extLst>
          </p:cNvPr>
          <p:cNvSpPr txBox="1"/>
          <p:nvPr/>
        </p:nvSpPr>
        <p:spPr>
          <a:xfrm>
            <a:off x="5766422" y="382102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FD:</a:t>
            </a:r>
          </a:p>
        </p:txBody>
      </p:sp>
    </p:spTree>
    <p:extLst>
      <p:ext uri="{BB962C8B-B14F-4D97-AF65-F5344CB8AC3E}">
        <p14:creationId xmlns:p14="http://schemas.microsoft.com/office/powerpoint/2010/main" val="41567223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44F37E-7FA0-50AE-9A76-333CE7296677}"/>
              </a:ext>
            </a:extLst>
          </p:cNvPr>
          <p:cNvSpPr txBox="1"/>
          <p:nvPr/>
        </p:nvSpPr>
        <p:spPr>
          <a:xfrm>
            <a:off x="1524000" y="952500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2NF: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1B3C74-FD6C-F5B8-C538-089B4254A2BC}"/>
              </a:ext>
            </a:extLst>
          </p:cNvPr>
          <p:cNvSpPr txBox="1"/>
          <p:nvPr/>
        </p:nvSpPr>
        <p:spPr>
          <a:xfrm>
            <a:off x="1794085" y="1485900"/>
            <a:ext cx="64610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partial dependency Student_ID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removed.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 details are separated into STUDENT_2NF_FINAL.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Allocation details are stored in ALLOCATION_2NF_FINAL.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Student_ID is used as a foreign key to connect the two tables.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074CA7-4D58-BE68-2D49-2538CB9FD859}"/>
              </a:ext>
            </a:extLst>
          </p:cNvPr>
          <p:cNvSpPr txBox="1"/>
          <p:nvPr/>
        </p:nvSpPr>
        <p:spPr>
          <a:xfrm>
            <a:off x="1549400" y="2921000"/>
            <a:ext cx="4277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Redundancy / Anomalies removed in 2NF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60530C-2C8F-C1F7-BBD0-2F6EF1778758}"/>
              </a:ext>
            </a:extLst>
          </p:cNvPr>
          <p:cNvSpPr txBox="1"/>
          <p:nvPr/>
        </p:nvSpPr>
        <p:spPr>
          <a:xfrm>
            <a:off x="1794085" y="3416424"/>
            <a:ext cx="67377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Repetition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reduced.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Update anomaly for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removed.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Student information can be inserted independently.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Deleting an allocation does not delete the student's basic information.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4D0341-F5A1-9D2B-ABDA-3A1BAE4A5164}"/>
              </a:ext>
            </a:extLst>
          </p:cNvPr>
          <p:cNvSpPr txBox="1"/>
          <p:nvPr/>
        </p:nvSpPr>
        <p:spPr>
          <a:xfrm>
            <a:off x="1485900" y="4953000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Lossless Join: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1515D37-2D0A-1E63-2D48-FB6E7478FFF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sp>
        <p:nvSpPr>
          <p:cNvPr id="2" name="TextBox 6">
            <a:extLst>
              <a:ext uri="{FF2B5EF4-FFF2-40B4-BE49-F238E27FC236}">
                <a16:creationId xmlns:a16="http://schemas.microsoft.com/office/drawing/2014/main" id="{DA209FDA-9353-131E-CCCB-7CC83AD13E27}"/>
              </a:ext>
            </a:extLst>
          </p:cNvPr>
          <p:cNvSpPr txBox="1"/>
          <p:nvPr/>
        </p:nvSpPr>
        <p:spPr>
          <a:xfrm>
            <a:off x="1866401" y="5326321"/>
            <a:ext cx="80098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original relation FIRST is decomposed into two relations, STUDENT_2NF_FINAL and ALLOCATION_2NF_FINAL. These two relations have Student_ID as the common attribute. When we join both relations using Student_ID, the original FIRST relation can be reconstructed without losing any information. Therefore, this decomposition is called a Lossless Join.</a:t>
            </a:r>
          </a:p>
        </p:txBody>
      </p:sp>
    </p:spTree>
    <p:extLst>
      <p:ext uri="{BB962C8B-B14F-4D97-AF65-F5344CB8AC3E}">
        <p14:creationId xmlns:p14="http://schemas.microsoft.com/office/powerpoint/2010/main" val="20411569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F9B4D3-CFDF-8ABF-2A37-EA25F0505E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CD3AD1-DD05-11A3-0931-BF4C13A2CA6E}"/>
              </a:ext>
            </a:extLst>
          </p:cNvPr>
          <p:cNvSpPr txBox="1"/>
          <p:nvPr/>
        </p:nvSpPr>
        <p:spPr>
          <a:xfrm>
            <a:off x="3684438" y="357314"/>
            <a:ext cx="42525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 NORMAL FORM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CBFAB4-DDA9-219E-2C60-7F8FF4E21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314" y="1699681"/>
            <a:ext cx="2602124" cy="8827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C56C75-5A6D-C7AF-534A-58F71DE84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15" y="2927161"/>
            <a:ext cx="3526929" cy="11667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B09EF0-19B8-90DE-8703-B5C5664AADC7}"/>
              </a:ext>
            </a:extLst>
          </p:cNvPr>
          <p:cNvSpPr txBox="1"/>
          <p:nvPr/>
        </p:nvSpPr>
        <p:spPr>
          <a:xfrm>
            <a:off x="5181600" y="1204836"/>
            <a:ext cx="65659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ALLOCATION_DETAILS_3NF(Student_ID,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Allocation_Date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KEY(Student_ID,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Allocation_Date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ROOM_DETAILS_3NF(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Warden_Name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REFERENCES ROOM_DETAILS_3NF(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D005D7-963D-887F-7CAA-AE1B808876E1}"/>
              </a:ext>
            </a:extLst>
          </p:cNvPr>
          <p:cNvSpPr txBox="1"/>
          <p:nvPr/>
        </p:nvSpPr>
        <p:spPr>
          <a:xfrm>
            <a:off x="4949825" y="3101975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BC4FAF-EE3E-D306-090B-B690061B2F65}"/>
              </a:ext>
            </a:extLst>
          </p:cNvPr>
          <p:cNvSpPr txBox="1"/>
          <p:nvPr/>
        </p:nvSpPr>
        <p:spPr>
          <a:xfrm>
            <a:off x="5344124" y="3632199"/>
            <a:ext cx="42664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(Student_ID,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Allocation_Date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Warden_Name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49EEA4-B2CA-1EC6-BF8C-55F2B9F8B4FC}"/>
              </a:ext>
            </a:extLst>
          </p:cNvPr>
          <p:cNvSpPr txBox="1"/>
          <p:nvPr/>
        </p:nvSpPr>
        <p:spPr>
          <a:xfrm>
            <a:off x="4617712" y="4783434"/>
            <a:ext cx="2520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Transitive Dependency: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51D1AF-19CB-0F7F-AF5A-38B7CAC0323A}"/>
              </a:ext>
            </a:extLst>
          </p:cNvPr>
          <p:cNvSpPr txBox="1"/>
          <p:nvPr/>
        </p:nvSpPr>
        <p:spPr>
          <a:xfrm>
            <a:off x="5220091" y="5380672"/>
            <a:ext cx="483561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(Student_ID,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Allocation_Date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Warden_Name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(Student_ID,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Allocation_Date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Warden_Name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471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95B17A-1737-6988-E3E7-E4AB32419C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" y="82260"/>
            <a:ext cx="2207260" cy="8827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F797D6-6261-5D3A-CCA4-45CC31019352}"/>
              </a:ext>
            </a:extLst>
          </p:cNvPr>
          <p:cNvSpPr txBox="1"/>
          <p:nvPr/>
        </p:nvSpPr>
        <p:spPr>
          <a:xfrm>
            <a:off x="1524000" y="952500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3NF: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DF8668-26EF-851D-392A-32E15F88DC93}"/>
              </a:ext>
            </a:extLst>
          </p:cNvPr>
          <p:cNvSpPr txBox="1"/>
          <p:nvPr/>
        </p:nvSpPr>
        <p:spPr>
          <a:xfrm>
            <a:off x="1676400" y="1321832"/>
            <a:ext cx="8102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transitive dependency is identified.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Warden_Name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separated from the allocation relation.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determines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Warden_Name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ROOM_DETAILS_3NF.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remaining non-key attributes depend directly on their table's primary key.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D24D03-CC79-A10C-2174-FB5250812CE7}"/>
              </a:ext>
            </a:extLst>
          </p:cNvPr>
          <p:cNvSpPr txBox="1"/>
          <p:nvPr/>
        </p:nvSpPr>
        <p:spPr>
          <a:xfrm>
            <a:off x="1524000" y="2694340"/>
            <a:ext cx="4277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Redundancy / Anomalies removed in 3NF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51B5E8-6554-6369-5B0A-7E5FEC2B52F5}"/>
              </a:ext>
            </a:extLst>
          </p:cNvPr>
          <p:cNvSpPr txBox="1"/>
          <p:nvPr/>
        </p:nvSpPr>
        <p:spPr>
          <a:xfrm>
            <a:off x="1854200" y="3251200"/>
            <a:ext cx="72953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Repeated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Warden_Name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 are removed from allocation records.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Update anomaly for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Warden_Name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removed.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Warden information can be maintained independently of allocation records.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Deleting an allocation does not remove the room's warden information.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99271A-8681-B5C5-4EC8-268E66FE668D}"/>
              </a:ext>
            </a:extLst>
          </p:cNvPr>
          <p:cNvSpPr txBox="1"/>
          <p:nvPr/>
        </p:nvSpPr>
        <p:spPr>
          <a:xfrm>
            <a:off x="1539270" y="4639057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Lossless Join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847A49-CD34-5C7C-15EB-3FEA9099290A}"/>
              </a:ext>
            </a:extLst>
          </p:cNvPr>
          <p:cNvSpPr txBox="1"/>
          <p:nvPr/>
        </p:nvSpPr>
        <p:spPr>
          <a:xfrm>
            <a:off x="1676400" y="5180568"/>
            <a:ext cx="98145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original relation ALLOCATION_2NF_FINAL is decomposed into two relations, ALLOCATION_DETAILS_3NF and ROOM_DETAILS_3NF. These two relations have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the common attribute. When we join both relations using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Room_ID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original ALLOCATION_2NF_FINAL relation can be reconstructed without losing any information. Therefore, this decomposition is called a Lossless Join.</a:t>
            </a:r>
          </a:p>
        </p:txBody>
      </p:sp>
    </p:spTree>
    <p:extLst>
      <p:ext uri="{BB962C8B-B14F-4D97-AF65-F5344CB8AC3E}">
        <p14:creationId xmlns:p14="http://schemas.microsoft.com/office/powerpoint/2010/main" val="41783352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ED0C0D-ADDF-5B92-F928-B486C34F6D39}"/>
              </a:ext>
            </a:extLst>
          </p:cNvPr>
          <p:cNvSpPr txBox="1"/>
          <p:nvPr/>
        </p:nvSpPr>
        <p:spPr>
          <a:xfrm>
            <a:off x="640080" y="704335"/>
            <a:ext cx="2397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CONCLUSION: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0AC554-0EB7-49CA-83C2-F91FDFCB0B01}"/>
              </a:ext>
            </a:extLst>
          </p:cNvPr>
          <p:cNvSpPr txBox="1"/>
          <p:nvPr/>
        </p:nvSpPr>
        <p:spPr>
          <a:xfrm>
            <a:off x="1217505" y="1692424"/>
            <a:ext cx="92371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Student Hostel Management System helps to manage student, room, allocation, payment, hostel, and warden details in an organized way.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database reduces manual work, data redundancy, and data entry errors.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Normalization from 1NF to 3NF helped us remove partial and transitive dependencies and reduce unnecessary repetition of data.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decomposed tables maintain data consistency and integrity while supporting lossless joins.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Overall, the system provides a structured, reliable, and efficient database for managing hostel information.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06416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5048" y="2718486"/>
            <a:ext cx="8338751" cy="15569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96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79813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1705</TotalTime>
  <Words>3012</Words>
  <Application>Microsoft Office PowerPoint</Application>
  <PresentationFormat>Widescreen</PresentationFormat>
  <Paragraphs>456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Algerian</vt:lpstr>
      <vt:lpstr>Aptos</vt:lpstr>
      <vt:lpstr>Aptos Display</vt:lpstr>
      <vt:lpstr>Arial</vt:lpstr>
      <vt:lpstr>Times New Roman</vt:lpstr>
      <vt:lpstr>Wingdings</vt:lpstr>
      <vt:lpstr>Office Theme</vt:lpstr>
      <vt:lpstr>STUDENT HOSTEL MANAGEMENT SYSTEM</vt:lpstr>
      <vt:lpstr>Real-World Problem</vt:lpstr>
      <vt:lpstr>Why the Project is Needed</vt:lpstr>
      <vt:lpstr>Objectives of the project</vt:lpstr>
      <vt:lpstr>Functional Requirements</vt:lpstr>
      <vt:lpstr>Non-Functional Requirements</vt:lpstr>
      <vt:lpstr>End Users of the System</vt:lpstr>
      <vt:lpstr>Entities and Attributes</vt:lpstr>
      <vt:lpstr>PowerPoint Presentation</vt:lpstr>
      <vt:lpstr>PowerPoint Presentation</vt:lpstr>
      <vt:lpstr>PowerPoint Presentation</vt:lpstr>
      <vt:lpstr>Cardinality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RESERVATION MANAGEMENT SYSTEM</dc:title>
  <dc:creator>SAI LASYA</dc:creator>
  <cp:lastModifiedBy>Anusha kumpatla</cp:lastModifiedBy>
  <cp:revision>27</cp:revision>
  <dcterms:created xsi:type="dcterms:W3CDTF">2026-08-08T15:08:52Z</dcterms:created>
  <dcterms:modified xsi:type="dcterms:W3CDTF">2026-09-30T15:22:33Z</dcterms:modified>
</cp:coreProperties>
</file>